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sldIdLst>
    <p:sldId id="300" r:id="rId3"/>
    <p:sldId id="258" r:id="rId4"/>
    <p:sldId id="259" r:id="rId5"/>
    <p:sldId id="263" r:id="rId6"/>
    <p:sldId id="302" r:id="rId7"/>
    <p:sldId id="267" r:id="rId8"/>
    <p:sldId id="301" r:id="rId9"/>
    <p:sldId id="303" r:id="rId10"/>
    <p:sldId id="304" r:id="rId11"/>
  </p:sldIdLst>
  <p:sldSz cx="12192000" cy="6858000"/>
  <p:notesSz cx="12192000" cy="6858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228"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25" y="203800"/>
            <a:ext cx="11552949" cy="73088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C378D"/>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C378D"/>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7" name="Holder 7"/>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C378D"/>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5" name="Holder 5"/>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4" name="Holder 4"/>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7" name="Дата 3">
            <a:extLst>
              <a:ext uri="{FF2B5EF4-FFF2-40B4-BE49-F238E27FC236}">
                <a16:creationId xmlns:a16="http://schemas.microsoft.com/office/drawing/2014/main" id="{7723E2FE-6012-4501-ACDB-3FECEA31DB00}"/>
              </a:ext>
            </a:extLst>
          </p:cNvPr>
          <p:cNvSpPr>
            <a:spLocks noGrp="1"/>
          </p:cNvSpPr>
          <p:nvPr>
            <p:ph type="dt" sz="half" idx="2"/>
          </p:nvPr>
        </p:nvSpPr>
        <p:spPr>
          <a:xfrm>
            <a:off x="8709455" y="6030408"/>
            <a:ext cx="2743200" cy="365125"/>
          </a:xfrm>
          <a:prstGeom prst="rect">
            <a:avLst/>
          </a:prstGeom>
        </p:spPr>
        <p:txBody>
          <a:bodyPr vert="horz" lIns="91440" tIns="45720" rIns="91440" bIns="45720" rtlCol="0" anchor="t"/>
          <a:lstStyle>
            <a:lvl1pPr algn="r">
              <a:defRPr sz="900">
                <a:solidFill>
                  <a:schemeClr val="bg1"/>
                </a:solidFill>
                <a:latin typeface="Verdana" panose="020B0604030504040204" pitchFamily="34" charset="0"/>
                <a:ea typeface="Verdana" panose="020B0604030504040204" pitchFamily="34" charset="0"/>
              </a:defRPr>
            </a:lvl1pPr>
          </a:lstStyle>
          <a:p>
            <a:fld id="{273C401B-1B14-4810-BA37-2D3B4ECEFE53}" type="datetime1">
              <a:rPr lang="ru-RU" smtClean="0"/>
              <a:t>16.06.2026</a:t>
            </a:fld>
            <a:endParaRPr lang="ru-RU" dirty="0"/>
          </a:p>
        </p:txBody>
      </p:sp>
      <p:sp>
        <p:nvSpPr>
          <p:cNvPr id="9" name="Заголовок 1">
            <a:extLst>
              <a:ext uri="{FF2B5EF4-FFF2-40B4-BE49-F238E27FC236}">
                <a16:creationId xmlns:a16="http://schemas.microsoft.com/office/drawing/2014/main" id="{869C74DB-AE1A-437B-ACD9-E27CA6D7626C}"/>
              </a:ext>
            </a:extLst>
          </p:cNvPr>
          <p:cNvSpPr>
            <a:spLocks noGrp="1"/>
          </p:cNvSpPr>
          <p:nvPr>
            <p:ph type="title"/>
          </p:nvPr>
        </p:nvSpPr>
        <p:spPr>
          <a:xfrm>
            <a:off x="838200" y="3586481"/>
            <a:ext cx="10515600" cy="1771968"/>
          </a:xfrm>
          <a:prstGeom prst="rect">
            <a:avLst/>
          </a:prstGeom>
          <a:noFill/>
        </p:spPr>
        <p:txBody>
          <a:bodyPr vert="horz" lIns="91440" tIns="45720" rIns="91440" bIns="45720" rtlCol="0" anchor="t">
            <a:normAutofit/>
          </a:bodyPr>
          <a:lstStyle>
            <a:lvl1pPr>
              <a:defRPr sz="4500">
                <a:solidFill>
                  <a:schemeClr val="bg1"/>
                </a:solidFill>
                <a:latin typeface="Verdana" panose="020B0604030504040204" pitchFamily="34" charset="0"/>
                <a:ea typeface="Verdana" panose="020B0604030504040204" pitchFamily="34" charset="0"/>
              </a:defRPr>
            </a:lvl1pPr>
          </a:lstStyle>
          <a:p>
            <a:r>
              <a:rPr lang="ru-RU"/>
              <a:t>Образец заголовка</a:t>
            </a:r>
            <a:endParaRPr lang="ru-RU" dirty="0"/>
          </a:p>
        </p:txBody>
      </p:sp>
      <p:sp>
        <p:nvSpPr>
          <p:cNvPr id="12" name="Текст 11">
            <a:extLst>
              <a:ext uri="{FF2B5EF4-FFF2-40B4-BE49-F238E27FC236}">
                <a16:creationId xmlns:a16="http://schemas.microsoft.com/office/drawing/2014/main" id="{8E4B5BDC-B674-4D6C-BB4A-C5841B4B4BDC}"/>
              </a:ext>
            </a:extLst>
          </p:cNvPr>
          <p:cNvSpPr>
            <a:spLocks noGrp="1"/>
          </p:cNvSpPr>
          <p:nvPr>
            <p:ph type="body" sz="quarter" idx="10" hasCustomPrompt="1"/>
          </p:nvPr>
        </p:nvSpPr>
        <p:spPr>
          <a:xfrm>
            <a:off x="838200" y="6017897"/>
            <a:ext cx="4140200" cy="365125"/>
          </a:xfrm>
          <a:prstGeom prst="rect">
            <a:avLst/>
          </a:prstGeom>
        </p:spPr>
        <p:txBody>
          <a:bodyPr/>
          <a:lstStyle>
            <a:lvl1pPr marL="0" indent="0">
              <a:buFont typeface="Wingdings" panose="05000000000000000000" pitchFamily="2" charset="2"/>
              <a:buNone/>
              <a:defRPr sz="900">
                <a:solidFill>
                  <a:schemeClr val="bg1"/>
                </a:solidFill>
                <a:latin typeface="Verdana" panose="020B0604030504040204" pitchFamily="34" charset="0"/>
                <a:ea typeface="Verdana" panose="020B0604030504040204" pitchFamily="34" charset="0"/>
              </a:defRPr>
            </a:lvl1pPr>
          </a:lstStyle>
          <a:p>
            <a:pPr marL="385763" marR="0" lvl="0" indent="-385763" algn="l" defTabSz="685800" rtl="0" eaLnBrk="1" fontAlgn="auto" latinLnBrk="0" hangingPunct="1">
              <a:lnSpc>
                <a:spcPct val="90000"/>
              </a:lnSpc>
              <a:spcBef>
                <a:spcPts val="750"/>
              </a:spcBef>
              <a:spcAft>
                <a:spcPts val="0"/>
              </a:spcAft>
              <a:buClrTx/>
              <a:buSzTx/>
              <a:tabLst/>
              <a:defRPr/>
            </a:pPr>
            <a:r>
              <a:rPr lang="ru-RU" dirty="0"/>
              <a:t>вспомогательный текст</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endParaRPr lang="ru-RU" dirty="0"/>
          </a:p>
        </p:txBody>
      </p:sp>
      <p:pic>
        <p:nvPicPr>
          <p:cNvPr id="6" name="Рисунок 5">
            <a:extLst>
              <a:ext uri="{FF2B5EF4-FFF2-40B4-BE49-F238E27FC236}">
                <a16:creationId xmlns:a16="http://schemas.microsoft.com/office/drawing/2014/main" id="{7FCA9203-8CF5-40F9-9015-089D63E9FA9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1226" y="626121"/>
            <a:ext cx="2646405" cy="724208"/>
          </a:xfrm>
          <a:prstGeom prst="rect">
            <a:avLst/>
          </a:prstGeom>
        </p:spPr>
      </p:pic>
    </p:spTree>
    <p:extLst>
      <p:ext uri="{BB962C8B-B14F-4D97-AF65-F5344CB8AC3E}">
        <p14:creationId xmlns:p14="http://schemas.microsoft.com/office/powerpoint/2010/main" val="1160676889"/>
      </p:ext>
    </p:extLst>
  </p:cSld>
  <p:clrMapOvr>
    <a:masterClrMapping/>
  </p:clrMapOvr>
  <p:hf sldNum="0" hdr="0" ftr="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Разделительный слайд">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9" name="Заголовок 1">
            <a:extLst>
              <a:ext uri="{FF2B5EF4-FFF2-40B4-BE49-F238E27FC236}">
                <a16:creationId xmlns:a16="http://schemas.microsoft.com/office/drawing/2014/main" id="{869C74DB-AE1A-437B-ACD9-E27CA6D7626C}"/>
              </a:ext>
            </a:extLst>
          </p:cNvPr>
          <p:cNvSpPr>
            <a:spLocks noGrp="1"/>
          </p:cNvSpPr>
          <p:nvPr>
            <p:ph type="title" hasCustomPrompt="1"/>
          </p:nvPr>
        </p:nvSpPr>
        <p:spPr>
          <a:xfrm>
            <a:off x="838200" y="3936734"/>
            <a:ext cx="10515600" cy="1742172"/>
          </a:xfrm>
          <a:prstGeom prst="rect">
            <a:avLst/>
          </a:prstGeom>
          <a:noFill/>
        </p:spPr>
        <p:txBody>
          <a:bodyPr vert="horz" lIns="91440" tIns="45720" rIns="91440" bIns="45720" rtlCol="0" anchor="t">
            <a:normAutofit/>
          </a:bodyPr>
          <a:lstStyle>
            <a:lvl1pPr>
              <a:defRPr sz="3600">
                <a:solidFill>
                  <a:schemeClr val="bg1"/>
                </a:solidFill>
                <a:latin typeface="Verdana" panose="020B0604030504040204" pitchFamily="34" charset="0"/>
                <a:ea typeface="Verdana" panose="020B0604030504040204" pitchFamily="34" charset="0"/>
              </a:defRPr>
            </a:lvl1pPr>
          </a:lstStyle>
          <a:p>
            <a:r>
              <a:rPr lang="ru-RU" dirty="0"/>
              <a:t>Название раздела</a:t>
            </a:r>
          </a:p>
        </p:txBody>
      </p:sp>
      <p:sp>
        <p:nvSpPr>
          <p:cNvPr id="12" name="Текст 11">
            <a:extLst>
              <a:ext uri="{FF2B5EF4-FFF2-40B4-BE49-F238E27FC236}">
                <a16:creationId xmlns:a16="http://schemas.microsoft.com/office/drawing/2014/main" id="{8E4B5BDC-B674-4D6C-BB4A-C5841B4B4BDC}"/>
              </a:ext>
            </a:extLst>
          </p:cNvPr>
          <p:cNvSpPr>
            <a:spLocks noGrp="1"/>
          </p:cNvSpPr>
          <p:nvPr>
            <p:ph type="body" sz="quarter" idx="10" hasCustomPrompt="1"/>
          </p:nvPr>
        </p:nvSpPr>
        <p:spPr>
          <a:xfrm>
            <a:off x="838200" y="5678906"/>
            <a:ext cx="5180664" cy="704114"/>
          </a:xfrm>
          <a:prstGeom prst="rect">
            <a:avLst/>
          </a:prstGeom>
        </p:spPr>
        <p:txBody>
          <a:bodyPr/>
          <a:lstStyle>
            <a:lvl1pPr marL="0" indent="0">
              <a:buFont typeface="Wingdings" panose="05000000000000000000" pitchFamily="2" charset="2"/>
              <a:buNone/>
              <a:defRPr sz="900">
                <a:solidFill>
                  <a:schemeClr val="bg1"/>
                </a:solidFill>
                <a:latin typeface="Verdana" panose="020B0604030504040204" pitchFamily="34" charset="0"/>
                <a:ea typeface="Verdana" panose="020B0604030504040204" pitchFamily="34" charset="0"/>
              </a:defRPr>
            </a:lvl1pPr>
          </a:lstStyle>
          <a:p>
            <a:pPr marL="385763" marR="0" lvl="0" indent="-385763" algn="l" defTabSz="685800" rtl="0" eaLnBrk="1" fontAlgn="auto" latinLnBrk="0" hangingPunct="1">
              <a:lnSpc>
                <a:spcPct val="90000"/>
              </a:lnSpc>
              <a:spcBef>
                <a:spcPts val="750"/>
              </a:spcBef>
              <a:spcAft>
                <a:spcPts val="0"/>
              </a:spcAft>
              <a:buClrTx/>
              <a:buSzTx/>
              <a:tabLst/>
              <a:defRPr/>
            </a:pPr>
            <a:r>
              <a:rPr lang="ru-RU" dirty="0"/>
              <a:t>Вспомогательный текст</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endParaRPr lang="ru-RU" dirty="0"/>
          </a:p>
        </p:txBody>
      </p:sp>
      <p:pic>
        <p:nvPicPr>
          <p:cNvPr id="5" name="Рисунок 4">
            <a:extLst>
              <a:ext uri="{FF2B5EF4-FFF2-40B4-BE49-F238E27FC236}">
                <a16:creationId xmlns:a16="http://schemas.microsoft.com/office/drawing/2014/main" id="{63C1C127-BDB2-4D0F-B587-701998F71620}"/>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2665" y="587000"/>
            <a:ext cx="1596908" cy="437006"/>
          </a:xfrm>
          <a:prstGeom prst="rect">
            <a:avLst/>
          </a:prstGeom>
        </p:spPr>
      </p:pic>
    </p:spTree>
    <p:extLst>
      <p:ext uri="{BB962C8B-B14F-4D97-AF65-F5344CB8AC3E}">
        <p14:creationId xmlns:p14="http://schemas.microsoft.com/office/powerpoint/2010/main" val="3844605338"/>
      </p:ext>
    </p:extLst>
  </p:cSld>
  <p:clrMapOvr>
    <a:masterClrMapping/>
  </p:clrMapOvr>
  <p:hf sldNum="0" hdr="0" ftr="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Внутренний слайд_1">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pic>
        <p:nvPicPr>
          <p:cNvPr id="10" name="Рисунок 9">
            <a:extLst>
              <a:ext uri="{FF2B5EF4-FFF2-40B4-BE49-F238E27FC236}">
                <a16:creationId xmlns:a16="http://schemas.microsoft.com/office/drawing/2014/main" id="{BB935001-F611-48AA-8CCD-5608B23DE98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00648" y="620713"/>
            <a:ext cx="1353152" cy="377222"/>
          </a:xfrm>
          <a:prstGeom prst="rect">
            <a:avLst/>
          </a:prstGeom>
        </p:spPr>
      </p:pic>
      <p:sp>
        <p:nvSpPr>
          <p:cNvPr id="15" name="Текст 3">
            <a:extLst>
              <a:ext uri="{FF2B5EF4-FFF2-40B4-BE49-F238E27FC236}">
                <a16:creationId xmlns:a16="http://schemas.microsoft.com/office/drawing/2014/main" id="{C0B80ED3-DC8A-42DC-BC4B-95F5485A235B}"/>
              </a:ext>
            </a:extLst>
          </p:cNvPr>
          <p:cNvSpPr>
            <a:spLocks noGrp="1"/>
          </p:cNvSpPr>
          <p:nvPr>
            <p:ph type="body" sz="half" idx="2"/>
          </p:nvPr>
        </p:nvSpPr>
        <p:spPr>
          <a:xfrm>
            <a:off x="839788" y="1905002"/>
            <a:ext cx="7315216" cy="3733801"/>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pic>
        <p:nvPicPr>
          <p:cNvPr id="3" name="Рисунок 2">
            <a:extLst>
              <a:ext uri="{FF2B5EF4-FFF2-40B4-BE49-F238E27FC236}">
                <a16:creationId xmlns:a16="http://schemas.microsoft.com/office/drawing/2014/main" id="{DBC439BE-A362-4687-BF3E-E918BF66BCDD}"/>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1554605606"/>
      </p:ext>
    </p:extLst>
  </p:cSld>
  <p:clrMapOvr>
    <a:masterClrMapping/>
  </p:clrMapOvr>
  <p:hf hdr="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Внутренний слайд_2">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sp>
        <p:nvSpPr>
          <p:cNvPr id="8" name="Объект 2">
            <a:extLst>
              <a:ext uri="{FF2B5EF4-FFF2-40B4-BE49-F238E27FC236}">
                <a16:creationId xmlns:a16="http://schemas.microsoft.com/office/drawing/2014/main" id="{4CB95F22-9E2C-4211-AAFB-5B5D997ECA54}"/>
              </a:ext>
            </a:extLst>
          </p:cNvPr>
          <p:cNvSpPr>
            <a:spLocks noGrp="1"/>
          </p:cNvSpPr>
          <p:nvPr>
            <p:ph sz="half" idx="1"/>
          </p:nvPr>
        </p:nvSpPr>
        <p:spPr>
          <a:xfrm>
            <a:off x="838200" y="1825627"/>
            <a:ext cx="5181600" cy="3698875"/>
          </a:xfrm>
          <a:prstGeom prst="rect">
            <a:avLst/>
          </a:prstGeom>
        </p:spPr>
        <p:txBody>
          <a:bodyPr/>
          <a:lstStyle>
            <a:lvl1pPr>
              <a:defRPr>
                <a:latin typeface="Verdana" panose="020B0604030504040204" pitchFamily="34" charset="0"/>
                <a:ea typeface="Verdana" panose="020B0604030504040204" pitchFamily="34" charset="0"/>
              </a:defRPr>
            </a:lvl1pPr>
            <a:lvl2pPr>
              <a:defRPr>
                <a:latin typeface="Verdana" panose="020B0604030504040204" pitchFamily="34" charset="0"/>
                <a:ea typeface="Verdana" panose="020B0604030504040204" pitchFamily="34" charset="0"/>
              </a:defRPr>
            </a:lvl2pPr>
            <a:lvl3pPr>
              <a:defRPr>
                <a:latin typeface="Verdana" panose="020B0604030504040204" pitchFamily="34" charset="0"/>
                <a:ea typeface="Verdana" panose="020B0604030504040204" pitchFamily="34" charset="0"/>
              </a:defRPr>
            </a:lvl3pPr>
            <a:lvl4pPr>
              <a:defRPr>
                <a:latin typeface="Verdana" panose="020B0604030504040204" pitchFamily="34" charset="0"/>
                <a:ea typeface="Verdana" panose="020B0604030504040204" pitchFamily="34" charset="0"/>
              </a:defRPr>
            </a:lvl4pPr>
            <a:lvl5pPr>
              <a:defRPr>
                <a:latin typeface="Verdana" panose="020B0604030504040204" pitchFamily="34" charset="0"/>
                <a:ea typeface="Verdana" panose="020B0604030504040204" pitchFamily="34" charset="0"/>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RU" dirty="0"/>
          </a:p>
        </p:txBody>
      </p:sp>
      <p:sp>
        <p:nvSpPr>
          <p:cNvPr id="11" name="Объект 3">
            <a:extLst>
              <a:ext uri="{FF2B5EF4-FFF2-40B4-BE49-F238E27FC236}">
                <a16:creationId xmlns:a16="http://schemas.microsoft.com/office/drawing/2014/main" id="{FCAB735F-6D60-44D5-9A62-77B6C2546C95}"/>
              </a:ext>
            </a:extLst>
          </p:cNvPr>
          <p:cNvSpPr>
            <a:spLocks noGrp="1"/>
          </p:cNvSpPr>
          <p:nvPr>
            <p:ph sz="half" idx="2"/>
          </p:nvPr>
        </p:nvSpPr>
        <p:spPr>
          <a:xfrm>
            <a:off x="6172200" y="1825627"/>
            <a:ext cx="5181600" cy="3698875"/>
          </a:xfrm>
          <a:prstGeom prst="rect">
            <a:avLst/>
          </a:prstGeom>
        </p:spPr>
        <p:txBody>
          <a:bodyPr/>
          <a:lstStyle>
            <a:lvl1pPr>
              <a:defRPr>
                <a:latin typeface="Verdana" panose="020B0604030504040204" pitchFamily="34" charset="0"/>
                <a:ea typeface="Verdana" panose="020B0604030504040204" pitchFamily="34" charset="0"/>
              </a:defRPr>
            </a:lvl1pPr>
            <a:lvl2pPr>
              <a:defRPr>
                <a:latin typeface="Verdana" panose="020B0604030504040204" pitchFamily="34" charset="0"/>
                <a:ea typeface="Verdana" panose="020B0604030504040204" pitchFamily="34" charset="0"/>
              </a:defRPr>
            </a:lvl2pPr>
            <a:lvl3pPr>
              <a:defRPr>
                <a:latin typeface="Verdana" panose="020B0604030504040204" pitchFamily="34" charset="0"/>
                <a:ea typeface="Verdana" panose="020B0604030504040204" pitchFamily="34" charset="0"/>
              </a:defRPr>
            </a:lvl3pPr>
            <a:lvl4pPr>
              <a:defRPr>
                <a:latin typeface="Verdana" panose="020B0604030504040204" pitchFamily="34" charset="0"/>
                <a:ea typeface="Verdana" panose="020B0604030504040204" pitchFamily="34" charset="0"/>
              </a:defRPr>
            </a:lvl4pPr>
            <a:lvl5pPr>
              <a:defRPr>
                <a:latin typeface="Verdana" panose="020B0604030504040204" pitchFamily="34" charset="0"/>
                <a:ea typeface="Verdana" panose="020B0604030504040204" pitchFamily="34" charset="0"/>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pic>
        <p:nvPicPr>
          <p:cNvPr id="13" name="Рисунок 12">
            <a:extLst>
              <a:ext uri="{FF2B5EF4-FFF2-40B4-BE49-F238E27FC236}">
                <a16:creationId xmlns:a16="http://schemas.microsoft.com/office/drawing/2014/main" id="{9F151EA6-8C1E-47EE-BE7F-A9D10786B89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39770870"/>
      </p:ext>
    </p:extLst>
  </p:cSld>
  <p:clrMapOvr>
    <a:masterClrMapping/>
  </p:clrMapOvr>
  <p:hf hdr="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Внутренний слайд_3">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sp>
        <p:nvSpPr>
          <p:cNvPr id="13" name="Текст 2">
            <a:extLst>
              <a:ext uri="{FF2B5EF4-FFF2-40B4-BE49-F238E27FC236}">
                <a16:creationId xmlns:a16="http://schemas.microsoft.com/office/drawing/2014/main" id="{C343B821-FE49-4211-9520-831C20CDCC48}"/>
              </a:ext>
            </a:extLst>
          </p:cNvPr>
          <p:cNvSpPr>
            <a:spLocks noGrp="1"/>
          </p:cNvSpPr>
          <p:nvPr>
            <p:ph type="body" idx="1"/>
          </p:nvPr>
        </p:nvSpPr>
        <p:spPr>
          <a:xfrm>
            <a:off x="839789" y="1681163"/>
            <a:ext cx="5157787" cy="823912"/>
          </a:xfrm>
          <a:prstGeom prst="rect">
            <a:avLst/>
          </a:prstGeom>
        </p:spPr>
        <p:txBody>
          <a:bodyPr anchor="ctr"/>
          <a:lstStyle>
            <a:lvl1pPr marL="0" indent="0">
              <a:buNone/>
              <a:defRPr sz="1800" b="0">
                <a:latin typeface="Verdana" panose="020B0604030504040204" pitchFamily="34" charset="0"/>
                <a:ea typeface="Verdana" panose="020B060403050404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15" name="Текст 4">
            <a:extLst>
              <a:ext uri="{FF2B5EF4-FFF2-40B4-BE49-F238E27FC236}">
                <a16:creationId xmlns:a16="http://schemas.microsoft.com/office/drawing/2014/main" id="{D51B9364-5DB4-4AFA-AFCD-E6626B227D7A}"/>
              </a:ext>
            </a:extLst>
          </p:cNvPr>
          <p:cNvSpPr>
            <a:spLocks noGrp="1"/>
          </p:cNvSpPr>
          <p:nvPr>
            <p:ph type="body" sz="quarter" idx="3"/>
          </p:nvPr>
        </p:nvSpPr>
        <p:spPr>
          <a:xfrm>
            <a:off x="6172201" y="1681163"/>
            <a:ext cx="5183188" cy="823912"/>
          </a:xfrm>
          <a:prstGeom prst="rect">
            <a:avLst/>
          </a:prstGeom>
        </p:spPr>
        <p:txBody>
          <a:bodyPr anchor="ctr"/>
          <a:lstStyle>
            <a:lvl1pPr marL="0" indent="0">
              <a:buNone/>
              <a:defRPr sz="1800" b="0">
                <a:latin typeface="Verdana" panose="020B0604030504040204" pitchFamily="34" charset="0"/>
                <a:ea typeface="Verdana" panose="020B060403050404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17" name="Текст 3">
            <a:extLst>
              <a:ext uri="{FF2B5EF4-FFF2-40B4-BE49-F238E27FC236}">
                <a16:creationId xmlns:a16="http://schemas.microsoft.com/office/drawing/2014/main" id="{C6D272EC-4FE5-4856-BBBD-4970EEA3A255}"/>
              </a:ext>
            </a:extLst>
          </p:cNvPr>
          <p:cNvSpPr>
            <a:spLocks noGrp="1"/>
          </p:cNvSpPr>
          <p:nvPr>
            <p:ph type="body" sz="half" idx="2"/>
          </p:nvPr>
        </p:nvSpPr>
        <p:spPr>
          <a:xfrm>
            <a:off x="839789" y="2505075"/>
            <a:ext cx="5157787" cy="3133726"/>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18" name="Текст 3">
            <a:extLst>
              <a:ext uri="{FF2B5EF4-FFF2-40B4-BE49-F238E27FC236}">
                <a16:creationId xmlns:a16="http://schemas.microsoft.com/office/drawing/2014/main" id="{A42FF725-7571-4F98-B64F-FA437E55E257}"/>
              </a:ext>
            </a:extLst>
          </p:cNvPr>
          <p:cNvSpPr>
            <a:spLocks noGrp="1"/>
          </p:cNvSpPr>
          <p:nvPr>
            <p:ph type="body" sz="half" idx="13"/>
          </p:nvPr>
        </p:nvSpPr>
        <p:spPr>
          <a:xfrm>
            <a:off x="6173788" y="2505075"/>
            <a:ext cx="5180013" cy="3133726"/>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pic>
        <p:nvPicPr>
          <p:cNvPr id="11" name="Рисунок 10">
            <a:extLst>
              <a:ext uri="{FF2B5EF4-FFF2-40B4-BE49-F238E27FC236}">
                <a16:creationId xmlns:a16="http://schemas.microsoft.com/office/drawing/2014/main" id="{19B6E80F-14C0-49FD-B3E3-C9124716784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3284022475"/>
      </p:ext>
    </p:extLst>
  </p:cSld>
  <p:clrMapOvr>
    <a:masterClrMapping/>
  </p:clrMapOvr>
  <p:hf hdr="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Внутренний слайд_4">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pic>
        <p:nvPicPr>
          <p:cNvPr id="10" name="Рисунок 9">
            <a:extLst>
              <a:ext uri="{FF2B5EF4-FFF2-40B4-BE49-F238E27FC236}">
                <a16:creationId xmlns:a16="http://schemas.microsoft.com/office/drawing/2014/main" id="{BB935001-F611-48AA-8CCD-5608B23DE98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00648" y="620713"/>
            <a:ext cx="1353152" cy="377222"/>
          </a:xfrm>
          <a:prstGeom prst="rect">
            <a:avLst/>
          </a:prstGeom>
        </p:spPr>
      </p:pic>
      <p:sp>
        <p:nvSpPr>
          <p:cNvPr id="15" name="Текст 4">
            <a:extLst>
              <a:ext uri="{FF2B5EF4-FFF2-40B4-BE49-F238E27FC236}">
                <a16:creationId xmlns:a16="http://schemas.microsoft.com/office/drawing/2014/main" id="{D51B9364-5DB4-4AFA-AFCD-E6626B227D7A}"/>
              </a:ext>
            </a:extLst>
          </p:cNvPr>
          <p:cNvSpPr>
            <a:spLocks noGrp="1"/>
          </p:cNvSpPr>
          <p:nvPr>
            <p:ph type="body" sz="quarter" idx="3"/>
          </p:nvPr>
        </p:nvSpPr>
        <p:spPr>
          <a:xfrm>
            <a:off x="836612" y="1681163"/>
            <a:ext cx="3932237" cy="823912"/>
          </a:xfrm>
          <a:prstGeom prst="rect">
            <a:avLst/>
          </a:prstGeom>
        </p:spPr>
        <p:txBody>
          <a:bodyPr anchor="ctr"/>
          <a:lstStyle>
            <a:lvl1pPr marL="0" indent="0">
              <a:buNone/>
              <a:defRPr sz="1800" b="0">
                <a:latin typeface="Verdana" panose="020B0604030504040204" pitchFamily="34" charset="0"/>
                <a:ea typeface="Verdana" panose="020B060403050404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17" name="Рисунок 2">
            <a:extLst>
              <a:ext uri="{FF2B5EF4-FFF2-40B4-BE49-F238E27FC236}">
                <a16:creationId xmlns:a16="http://schemas.microsoft.com/office/drawing/2014/main" id="{E237B4B3-823E-4C5E-A8C7-573524382D52}"/>
              </a:ext>
            </a:extLst>
          </p:cNvPr>
          <p:cNvSpPr>
            <a:spLocks noGrp="1"/>
          </p:cNvSpPr>
          <p:nvPr>
            <p:ph type="pic" idx="1"/>
          </p:nvPr>
        </p:nvSpPr>
        <p:spPr>
          <a:xfrm>
            <a:off x="5183188" y="1681165"/>
            <a:ext cx="6172200" cy="3957637"/>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ru-RU"/>
              <a:t>Вставка рисунка</a:t>
            </a:r>
          </a:p>
        </p:txBody>
      </p:sp>
      <p:sp>
        <p:nvSpPr>
          <p:cNvPr id="18" name="Текст 3">
            <a:extLst>
              <a:ext uri="{FF2B5EF4-FFF2-40B4-BE49-F238E27FC236}">
                <a16:creationId xmlns:a16="http://schemas.microsoft.com/office/drawing/2014/main" id="{3D2DADC0-3A47-4A03-916A-647FD2D4C66C}"/>
              </a:ext>
            </a:extLst>
          </p:cNvPr>
          <p:cNvSpPr>
            <a:spLocks noGrp="1"/>
          </p:cNvSpPr>
          <p:nvPr>
            <p:ph type="body" sz="half" idx="2"/>
          </p:nvPr>
        </p:nvSpPr>
        <p:spPr>
          <a:xfrm>
            <a:off x="836612" y="2505075"/>
            <a:ext cx="3932237" cy="3133726"/>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pic>
        <p:nvPicPr>
          <p:cNvPr id="11" name="Рисунок 10">
            <a:extLst>
              <a:ext uri="{FF2B5EF4-FFF2-40B4-BE49-F238E27FC236}">
                <a16:creationId xmlns:a16="http://schemas.microsoft.com/office/drawing/2014/main" id="{6F45DF89-D09B-43D0-AF95-90F81E3E492B}"/>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3456672786"/>
      </p:ext>
    </p:extLst>
  </p:cSld>
  <p:clrMapOvr>
    <a:masterClrMapping/>
  </p:clrMapOvr>
  <p:hf hdr="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010DDC-3547-4683-AC65-B0D9C447F2A6}"/>
              </a:ext>
            </a:extLst>
          </p:cNvPr>
          <p:cNvSpPr>
            <a:spLocks noGrp="1"/>
          </p:cNvSpPr>
          <p:nvPr>
            <p:ph type="title" hasCustomPrompt="1"/>
          </p:nvPr>
        </p:nvSpPr>
        <p:spPr>
          <a:xfrm>
            <a:off x="1548179" y="2864218"/>
            <a:ext cx="9095643" cy="1129567"/>
          </a:xfrm>
          <a:prstGeom prst="rect">
            <a:avLst/>
          </a:prstGeom>
        </p:spPr>
        <p:txBody>
          <a:bodyPr/>
          <a:lstStyle>
            <a:lvl1pPr>
              <a:defRPr sz="4500"/>
            </a:lvl1pPr>
          </a:lstStyle>
          <a:p>
            <a:r>
              <a:rPr lang="ru-RU" dirty="0"/>
              <a:t>Спасибо за внимание!</a:t>
            </a:r>
          </a:p>
        </p:txBody>
      </p:sp>
      <p:pic>
        <p:nvPicPr>
          <p:cNvPr id="3" name="Рисунок 2">
            <a:extLst>
              <a:ext uri="{FF2B5EF4-FFF2-40B4-BE49-F238E27FC236}">
                <a16:creationId xmlns:a16="http://schemas.microsoft.com/office/drawing/2014/main" id="{AD20052F-71FF-4783-BF9B-3D24EB9A25E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8061" y="811589"/>
            <a:ext cx="1946275" cy="532612"/>
          </a:xfrm>
          <a:prstGeom prst="rect">
            <a:avLst/>
          </a:prstGeom>
        </p:spPr>
      </p:pic>
    </p:spTree>
    <p:extLst>
      <p:ext uri="{BB962C8B-B14F-4D97-AF65-F5344CB8AC3E}">
        <p14:creationId xmlns:p14="http://schemas.microsoft.com/office/powerpoint/2010/main" val="1673161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994296" y="620712"/>
            <a:ext cx="1359503" cy="377223"/>
          </a:xfrm>
          <a:prstGeom prst="rect">
            <a:avLst/>
          </a:prstGeom>
        </p:spPr>
      </p:pic>
      <p:sp>
        <p:nvSpPr>
          <p:cNvPr id="2" name="Holder 2"/>
          <p:cNvSpPr>
            <a:spLocks noGrp="1"/>
          </p:cNvSpPr>
          <p:nvPr>
            <p:ph type="title"/>
          </p:nvPr>
        </p:nvSpPr>
        <p:spPr>
          <a:xfrm>
            <a:off x="271000" y="94170"/>
            <a:ext cx="11649999" cy="574040"/>
          </a:xfrm>
          <a:prstGeom prst="rect">
            <a:avLst/>
          </a:prstGeom>
        </p:spPr>
        <p:txBody>
          <a:bodyPr wrap="square" lIns="0" tIns="0" rIns="0" bIns="0">
            <a:spAutoFit/>
          </a:bodyPr>
          <a:lstStyle>
            <a:lvl1pPr>
              <a:defRPr sz="3600" b="0" i="0">
                <a:solidFill>
                  <a:srgbClr val="3C378D"/>
                </a:solidFill>
                <a:latin typeface="Verdana"/>
                <a:cs typeface="Verdana"/>
              </a:defRPr>
            </a:lvl1pPr>
          </a:lstStyle>
          <a:p>
            <a:endParaRPr/>
          </a:p>
        </p:txBody>
      </p:sp>
      <p:sp>
        <p:nvSpPr>
          <p:cNvPr id="3" name="Holder 3"/>
          <p:cNvSpPr>
            <a:spLocks noGrp="1"/>
          </p:cNvSpPr>
          <p:nvPr>
            <p:ph type="body" idx="1"/>
          </p:nvPr>
        </p:nvSpPr>
        <p:spPr>
          <a:xfrm>
            <a:off x="319525" y="1326007"/>
            <a:ext cx="11552949" cy="137668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a:xfrm>
            <a:off x="11488994" y="6135939"/>
            <a:ext cx="570865" cy="522604"/>
          </a:xfrm>
          <a:prstGeom prst="rect">
            <a:avLst/>
          </a:prstGeom>
        </p:spPr>
        <p:txBody>
          <a:bodyPr wrap="square" lIns="0" tIns="0" rIns="0" bIns="0">
            <a:spAutoFit/>
          </a:bodyPr>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C388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68001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txStyles>
    <p:titleStyle>
      <a:lvl1pPr algn="l" defTabSz="685800" rtl="0" eaLnBrk="1" latinLnBrk="0" hangingPunct="1">
        <a:lnSpc>
          <a:spcPct val="90000"/>
        </a:lnSpc>
        <a:spcBef>
          <a:spcPct val="0"/>
        </a:spcBef>
        <a:buNone/>
        <a:defRPr sz="3300" b="0" kern="1200">
          <a:solidFill>
            <a:schemeClr val="bg1"/>
          </a:solidFill>
          <a:latin typeface="Verdana" panose="020B0604030504040204" pitchFamily="34" charset="0"/>
          <a:ea typeface="Verdana" panose="020B0604030504040204" pitchFamily="34" charset="0"/>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ru.wikipedia.org/wiki/&#1043;&#1077;&#1081;&#1090;&#1089;,_&#1041;&#1080;&#1083;&#1083;"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0FB3164-E553-4876-B6E4-6160CE4918D0}"/>
              </a:ext>
            </a:extLst>
          </p:cNvPr>
          <p:cNvSpPr>
            <a:spLocks noGrp="1"/>
          </p:cNvSpPr>
          <p:nvPr>
            <p:ph type="dt" sz="half" idx="2"/>
          </p:nvPr>
        </p:nvSpPr>
        <p:spPr>
          <a:xfrm>
            <a:off x="9296400" y="6324600"/>
            <a:ext cx="2743200" cy="365125"/>
          </a:xfrm>
        </p:spPr>
        <p:txBody>
          <a:bodyPr/>
          <a:lstStyle/>
          <a:p>
            <a:pPr lvl="0" defTabSz="685800">
              <a:defRPr/>
            </a:pPr>
            <a:r>
              <a:rPr lang="ru-RU" dirty="0">
                <a:solidFill>
                  <a:prstClr val="white"/>
                </a:solidFill>
              </a:rPr>
              <a:t>21.01.2026</a:t>
            </a:r>
            <a:endParaRPr kumimoji="0" lang="ru-RU" sz="9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 name="object 3">
            <a:extLst>
              <a:ext uri="{FF2B5EF4-FFF2-40B4-BE49-F238E27FC236}">
                <a16:creationId xmlns:a16="http://schemas.microsoft.com/office/drawing/2014/main" id="{D795B26C-FF71-8D51-9DC8-AE541BFCFC27}"/>
              </a:ext>
            </a:extLst>
          </p:cNvPr>
          <p:cNvSpPr txBox="1"/>
          <p:nvPr/>
        </p:nvSpPr>
        <p:spPr>
          <a:xfrm>
            <a:off x="1217516" y="3124200"/>
            <a:ext cx="8688070" cy="460382"/>
          </a:xfrm>
          <a:prstGeom prst="rect">
            <a:avLst/>
          </a:prstGeom>
        </p:spPr>
        <p:txBody>
          <a:bodyPr vert="horz" wrap="square" lIns="0" tIns="11430" rIns="0" bIns="0" rtlCol="0">
            <a:spAutoFit/>
          </a:bodyPr>
          <a:lstStyle/>
          <a:p>
            <a:pPr marL="546100" algn="ctr">
              <a:lnSpc>
                <a:spcPts val="3470"/>
              </a:lnSpc>
              <a:spcBef>
                <a:spcPts val="90"/>
              </a:spcBef>
            </a:pPr>
            <a:r>
              <a:rPr lang="en-US" sz="4000" b="1" dirty="0">
                <a:solidFill>
                  <a:schemeClr val="bg1"/>
                </a:solidFill>
                <a:latin typeface="Verdana" panose="020B0604030504040204" pitchFamily="34" charset="0"/>
                <a:ea typeface="Verdana" panose="020B0604030504040204" pitchFamily="34" charset="0"/>
                <a:cs typeface="Times New Roman" panose="02020603050405020304" pitchFamily="18" charset="0"/>
              </a:rPr>
              <a:t>Bill Gates</a:t>
            </a:r>
            <a:endParaRPr sz="4000" b="1" dirty="0">
              <a:solidFill>
                <a:schemeClr val="bg1"/>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9" name="object 2">
            <a:extLst>
              <a:ext uri="{FF2B5EF4-FFF2-40B4-BE49-F238E27FC236}">
                <a16:creationId xmlns:a16="http://schemas.microsoft.com/office/drawing/2014/main" id="{A7177A69-F631-4087-D641-5631EEFADD06}"/>
              </a:ext>
            </a:extLst>
          </p:cNvPr>
          <p:cNvSpPr txBox="1"/>
          <p:nvPr/>
        </p:nvSpPr>
        <p:spPr>
          <a:xfrm>
            <a:off x="7696200" y="4713662"/>
            <a:ext cx="4648200" cy="1681871"/>
          </a:xfrm>
          <a:prstGeom prst="rect">
            <a:avLst/>
          </a:prstGeom>
        </p:spPr>
        <p:txBody>
          <a:bodyPr vert="horz" wrap="square" lIns="0" tIns="40005" rIns="0" bIns="0" rtlCol="0">
            <a:spAutoFit/>
          </a:bodyPr>
          <a:lstStyle/>
          <a:p>
            <a:pPr marR="349885" algn="r" defTabSz="685800" fontAlgn="base">
              <a:lnSpc>
                <a:spcPts val="1730"/>
              </a:lnSpc>
              <a:spcBef>
                <a:spcPts val="315"/>
              </a:spcBef>
              <a:defRPr/>
            </a:pPr>
            <a:r>
              <a:rPr lang="en-US" sz="1400" dirty="0">
                <a:solidFill>
                  <a:prstClr val="white"/>
                </a:solidFill>
                <a:latin typeface="Verdana" panose="020B0604030504040204" pitchFamily="34" charset="0"/>
                <a:ea typeface="Verdana" panose="020B0604030504040204" pitchFamily="34" charset="0"/>
              </a:rPr>
              <a:t>Completed by: student of group 435-M1 Andreev Dmitry</a:t>
            </a:r>
            <a:endParaRPr lang="ru-RU" sz="1400" dirty="0">
              <a:solidFill>
                <a:prstClr val="white"/>
              </a:solidFill>
              <a:latin typeface="Verdana" panose="020B0604030504040204" pitchFamily="34" charset="0"/>
              <a:ea typeface="Verdana" panose="020B0604030504040204" pitchFamily="34" charset="0"/>
            </a:endParaRPr>
          </a:p>
          <a:p>
            <a:pPr marR="349885" algn="r" defTabSz="685800" fontAlgn="base">
              <a:lnSpc>
                <a:spcPts val="1730"/>
              </a:lnSpc>
              <a:spcBef>
                <a:spcPts val="315"/>
              </a:spcBef>
              <a:defRPr/>
            </a:pPr>
            <a:endParaRPr lang="ru-RU" sz="1400" dirty="0">
              <a:solidFill>
                <a:prstClr val="white"/>
              </a:solidFill>
              <a:latin typeface="Verdana" panose="020B0604030504040204" pitchFamily="34" charset="0"/>
              <a:ea typeface="Verdana" panose="020B0604030504040204" pitchFamily="34" charset="0"/>
            </a:endParaRPr>
          </a:p>
          <a:p>
            <a:pPr marR="349885" algn="r" defTabSz="685800" fontAlgn="base">
              <a:lnSpc>
                <a:spcPts val="1730"/>
              </a:lnSpc>
              <a:spcBef>
                <a:spcPts val="315"/>
              </a:spcBef>
              <a:defRPr/>
            </a:pPr>
            <a:r>
              <a:rPr lang="en-US" sz="1400" dirty="0">
                <a:solidFill>
                  <a:prstClr val="white"/>
                </a:solidFill>
                <a:latin typeface="Verdana" panose="020B0604030504040204" pitchFamily="34" charset="0"/>
                <a:ea typeface="Verdana" panose="020B0604030504040204" pitchFamily="34" charset="0"/>
              </a:rPr>
              <a:t>Supervisor : Senior Lecturer, Department of Foreign Languages</a:t>
            </a:r>
          </a:p>
          <a:p>
            <a:pPr marR="349885" algn="r" defTabSz="685800" fontAlgn="base">
              <a:lnSpc>
                <a:spcPts val="1730"/>
              </a:lnSpc>
              <a:spcBef>
                <a:spcPts val="315"/>
              </a:spcBef>
              <a:defRPr/>
            </a:pPr>
            <a:r>
              <a:rPr lang="en-US" sz="1400" dirty="0">
                <a:solidFill>
                  <a:prstClr val="white"/>
                </a:solidFill>
                <a:latin typeface="Verdana" panose="020B0604030504040204" pitchFamily="34" charset="0"/>
                <a:ea typeface="Verdana" panose="020B0604030504040204" pitchFamily="34" charset="0"/>
              </a:rPr>
              <a:t>Tereshchenko Anna Vasilievna</a:t>
            </a:r>
            <a:br>
              <a:rPr lang="ru-RU" sz="1600" dirty="0"/>
            </a:br>
            <a:endParaRPr lang="ru-RU" sz="1600" b="1" spc="-5" dirty="0">
              <a:solidFill>
                <a:schemeClr val="bg1"/>
              </a:solidFill>
              <a:latin typeface="Times New Roman" panose="02020603050405020304" pitchFamily="18" charset="0"/>
              <a:cs typeface="Times New Roman" panose="02020603050405020304" pitchFamily="18" charset="0"/>
            </a:endParaRPr>
          </a:p>
        </p:txBody>
      </p:sp>
      <p:sp>
        <p:nvSpPr>
          <p:cNvPr id="5" name="Прямоугольник 4">
            <a:extLst>
              <a:ext uri="{FF2B5EF4-FFF2-40B4-BE49-F238E27FC236}">
                <a16:creationId xmlns:a16="http://schemas.microsoft.com/office/drawing/2014/main" id="{57FD16E9-DB33-43FC-9BD1-BF5136924B11}"/>
              </a:ext>
            </a:extLst>
          </p:cNvPr>
          <p:cNvSpPr/>
          <p:nvPr/>
        </p:nvSpPr>
        <p:spPr>
          <a:xfrm>
            <a:off x="5867400" y="462467"/>
            <a:ext cx="6096000" cy="1740220"/>
          </a:xfrm>
          <a:prstGeom prst="rect">
            <a:avLst/>
          </a:prstGeom>
        </p:spPr>
        <p:txBody>
          <a:bodyPr>
            <a:spAutoFit/>
          </a:bodyPr>
          <a:lstStyle/>
          <a:p>
            <a:pPr marR="349885" algn="ctr" defTabSz="685800" fontAlgn="base">
              <a:lnSpc>
                <a:spcPts val="1730"/>
              </a:lnSpc>
              <a:spcBef>
                <a:spcPts val="315"/>
              </a:spcBef>
              <a:defRPr/>
            </a:pPr>
            <a:r>
              <a:rPr lang="ru-RU" sz="1400" dirty="0">
                <a:solidFill>
                  <a:prstClr val="white"/>
                </a:solidFill>
                <a:latin typeface="Verdana" panose="020B0604030504040204" pitchFamily="34" charset="0"/>
                <a:ea typeface="Verdana" panose="020B0604030504040204" pitchFamily="34" charset="0"/>
              </a:rPr>
              <a:t>Ministry of Science and Higher Education of the Russian Federation</a:t>
            </a:r>
          </a:p>
          <a:p>
            <a:pPr marR="349885" algn="ctr" defTabSz="685800" fontAlgn="base">
              <a:lnSpc>
                <a:spcPts val="1730"/>
              </a:lnSpc>
              <a:spcBef>
                <a:spcPts val="315"/>
              </a:spcBef>
              <a:defRPr/>
            </a:pPr>
            <a:endParaRPr lang="ru-RU" sz="1400" dirty="0">
              <a:solidFill>
                <a:prstClr val="white"/>
              </a:solidFill>
              <a:latin typeface="Verdana" panose="020B0604030504040204" pitchFamily="34" charset="0"/>
              <a:ea typeface="Verdana" panose="020B0604030504040204" pitchFamily="34" charset="0"/>
            </a:endParaRPr>
          </a:p>
          <a:p>
            <a:pPr marR="349885" algn="ctr" defTabSz="685800" fontAlgn="base">
              <a:lnSpc>
                <a:spcPts val="1730"/>
              </a:lnSpc>
              <a:spcBef>
                <a:spcPts val="315"/>
              </a:spcBef>
              <a:defRPr/>
            </a:pPr>
            <a:r>
              <a:rPr lang="ru-RU" sz="1400" dirty="0">
                <a:solidFill>
                  <a:prstClr val="white"/>
                </a:solidFill>
                <a:latin typeface="Verdana" panose="020B0604030504040204" pitchFamily="34" charset="0"/>
                <a:ea typeface="Verdana" panose="020B0604030504040204" pitchFamily="34" charset="0"/>
              </a:rPr>
              <a:t>Federal State Autonomous Educational Institution of Higher Education</a:t>
            </a:r>
          </a:p>
          <a:p>
            <a:pPr marR="349885" algn="ctr" defTabSz="685800" fontAlgn="base">
              <a:lnSpc>
                <a:spcPts val="1730"/>
              </a:lnSpc>
              <a:spcBef>
                <a:spcPts val="315"/>
              </a:spcBef>
              <a:defRPr/>
            </a:pPr>
            <a:r>
              <a:rPr lang="ru-RU" sz="1400" dirty="0">
                <a:solidFill>
                  <a:prstClr val="white"/>
                </a:solidFill>
                <a:latin typeface="Verdana" panose="020B0604030504040204" pitchFamily="34" charset="0"/>
                <a:ea typeface="Verdana" panose="020B0604030504040204" pitchFamily="34" charset="0"/>
              </a:rPr>
              <a:t>TOMSK STATE UNIVERSITY OF CONTROL SYSTEMS AND RADIOELECTRONICS (TUSUR)</a:t>
            </a:r>
          </a:p>
        </p:txBody>
      </p:sp>
      <p:sp>
        <p:nvSpPr>
          <p:cNvPr id="3" name="TextBox 2">
            <a:extLst>
              <a:ext uri="{FF2B5EF4-FFF2-40B4-BE49-F238E27FC236}">
                <a16:creationId xmlns:a16="http://schemas.microsoft.com/office/drawing/2014/main" id="{0BC938CA-D564-44ED-ABF6-4311AB7383C6}"/>
              </a:ext>
            </a:extLst>
          </p:cNvPr>
          <p:cNvSpPr txBox="1"/>
          <p:nvPr/>
        </p:nvSpPr>
        <p:spPr>
          <a:xfrm>
            <a:off x="5069745" y="6226256"/>
            <a:ext cx="1595309" cy="338554"/>
          </a:xfrm>
          <a:prstGeom prst="rect">
            <a:avLst/>
          </a:prstGeom>
          <a:noFill/>
        </p:spPr>
        <p:txBody>
          <a:bodyPr wrap="none" rtlCol="0">
            <a:spAutoFit/>
          </a:bodyPr>
          <a:lstStyle/>
          <a:p>
            <a:r>
              <a:rPr lang="en-US" sz="1600" b="1" dirty="0">
                <a:solidFill>
                  <a:prstClr val="white"/>
                </a:solidFill>
                <a:latin typeface="Verdana" panose="020B0604030504040204" pitchFamily="34" charset="0"/>
                <a:ea typeface="Verdana" panose="020B0604030504040204" pitchFamily="34" charset="0"/>
              </a:rPr>
              <a:t>Tomsk 2026</a:t>
            </a:r>
            <a:endParaRPr lang="ru-RU" sz="16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44869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2723" y="381000"/>
            <a:ext cx="9372600" cy="566822"/>
          </a:xfrm>
          <a:prstGeom prst="rect">
            <a:avLst/>
          </a:prstGeom>
        </p:spPr>
        <p:txBody>
          <a:bodyPr vert="horz" wrap="square" lIns="0" tIns="12700" rIns="0" bIns="0" rtlCol="0">
            <a:spAutoFit/>
          </a:bodyPr>
          <a:lstStyle/>
          <a:p>
            <a:pPr marL="12700">
              <a:lnSpc>
                <a:spcPct val="100000"/>
              </a:lnSpc>
              <a:spcBef>
                <a:spcPts val="100"/>
              </a:spcBef>
            </a:pPr>
            <a:r>
              <a:rPr lang="en-US" b="1" spc="-5" dirty="0"/>
              <a:t>Content</a:t>
            </a:r>
            <a:endParaRPr b="1" spc="-5" dirty="0"/>
          </a:p>
        </p:txBody>
      </p:sp>
      <p:sp>
        <p:nvSpPr>
          <p:cNvPr id="3" name="object 3"/>
          <p:cNvSpPr txBox="1"/>
          <p:nvPr/>
        </p:nvSpPr>
        <p:spPr>
          <a:xfrm>
            <a:off x="990600" y="1752600"/>
            <a:ext cx="3124200" cy="3548985"/>
          </a:xfrm>
          <a:prstGeom prst="rect">
            <a:avLst/>
          </a:prstGeom>
        </p:spPr>
        <p:txBody>
          <a:bodyPr vert="horz" wrap="square" lIns="0" tIns="134620" rIns="0" bIns="0" rtlCol="0">
            <a:spAutoFit/>
          </a:bodyPr>
          <a:lstStyle/>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Biography</a:t>
            </a:r>
            <a:endParaRPr lang="ru-RU" sz="2000" b="1" dirty="0">
              <a:latin typeface="Verdana" panose="020B0604030504040204" pitchFamily="34" charset="0"/>
              <a:ea typeface="Verdana" panose="020B0604030504040204" pitchFamily="34" charset="0"/>
              <a:cs typeface="Verdana"/>
            </a:endParaRP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First steps in IT</a:t>
            </a:r>
            <a:endParaRPr lang="ru-RU" sz="2000" b="1" dirty="0">
              <a:latin typeface="Verdana" panose="020B0604030504040204" pitchFamily="34" charset="0"/>
              <a:ea typeface="Verdana" panose="020B0604030504040204" pitchFamily="34" charset="0"/>
              <a:cs typeface="Verdana"/>
            </a:endParaRP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rPr>
              <a:t>Start Microsoft</a:t>
            </a:r>
            <a:endParaRPr lang="ru-RU" sz="2000" b="1" dirty="0">
              <a:latin typeface="Verdana" panose="020B0604030504040204" pitchFamily="34" charset="0"/>
              <a:ea typeface="Verdana" panose="020B0604030504040204" pitchFamily="34" charset="0"/>
            </a:endParaRP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Conclusion</a:t>
            </a: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Bibliography</a:t>
            </a:r>
            <a:endParaRPr lang="ru-RU" sz="2000" b="1" dirty="0">
              <a:latin typeface="Verdana" panose="020B0604030504040204" pitchFamily="34" charset="0"/>
              <a:ea typeface="Verdana" panose="020B0604030504040204" pitchFamily="34" charset="0"/>
              <a:cs typeface="Verdana"/>
            </a:endParaRPr>
          </a:p>
          <a:p>
            <a:pPr marL="469900" indent="-457200">
              <a:lnSpc>
                <a:spcPct val="150000"/>
              </a:lnSpc>
              <a:spcBef>
                <a:spcPts val="1060"/>
              </a:spcBef>
              <a:buFont typeface="+mj-lt"/>
              <a:buAutoNum type="arabicPeriod"/>
            </a:pPr>
            <a:endParaRPr sz="2000" b="1" dirty="0">
              <a:latin typeface="Verdana" panose="020B0604030504040204" pitchFamily="34" charset="0"/>
              <a:ea typeface="Verdana" panose="020B0604030504040204" pitchFamily="34" charset="0"/>
              <a:cs typeface="Verdana"/>
            </a:endParaRPr>
          </a:p>
        </p:txBody>
      </p:sp>
      <p:grpSp>
        <p:nvGrpSpPr>
          <p:cNvPr id="4" name="object 4"/>
          <p:cNvGrpSpPr/>
          <p:nvPr/>
        </p:nvGrpSpPr>
        <p:grpSpPr>
          <a:xfrm>
            <a:off x="10955850" y="6147124"/>
            <a:ext cx="1236345" cy="488315"/>
            <a:chOff x="10955850" y="6147124"/>
            <a:chExt cx="1236345"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5"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2</a:t>
            </a:fld>
            <a:endParaRPr dirty="0"/>
          </a:p>
        </p:txBody>
      </p:sp>
      <p:pic>
        <p:nvPicPr>
          <p:cNvPr id="4098" name="Picture 2" descr="Picture background">
            <a:extLst>
              <a:ext uri="{FF2B5EF4-FFF2-40B4-BE49-F238E27FC236}">
                <a16:creationId xmlns:a16="http://schemas.microsoft.com/office/drawing/2014/main" id="{3F79B8B8-47FC-45D3-ACD9-54F47EA3B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371600"/>
            <a:ext cx="4343400"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1837891"/>
            <a:ext cx="3865941" cy="3182218"/>
          </a:xfrm>
          <a:prstGeom prst="rect">
            <a:avLst/>
          </a:prstGeom>
        </p:spPr>
        <p:txBody>
          <a:bodyPr vert="horz" wrap="square" lIns="0" tIns="12700" rIns="0" bIns="0" rtlCol="0">
            <a:spAutoFit/>
          </a:bodyPr>
          <a:lstStyle/>
          <a:p>
            <a:pPr marL="118110">
              <a:lnSpc>
                <a:spcPct val="150000"/>
              </a:lnSpc>
              <a:spcBef>
                <a:spcPts val="960"/>
              </a:spcBef>
              <a:tabLst>
                <a:tab pos="469265" algn="l"/>
                <a:tab pos="469900" algn="l"/>
              </a:tabLst>
            </a:pPr>
            <a:r>
              <a:rPr lang="en-US" sz="2000" dirty="0">
                <a:latin typeface="Verdana" panose="020B0604030504040204" pitchFamily="34" charset="0"/>
                <a:ea typeface="Verdana" panose="020B0604030504040204" pitchFamily="34" charset="0"/>
              </a:rPr>
              <a:t>William Henry Gates III (Bill Gates), born October 28, 1955, in Seattle, is a prominent businessman, computer magnate, and founder and owner of Microsoft.</a:t>
            </a:r>
            <a:endParaRPr sz="2000" dirty="0">
              <a:latin typeface="Verdana" panose="020B0604030504040204" pitchFamily="34" charset="0"/>
              <a:ea typeface="Verdana" panose="020B0604030504040204" pitchFamily="34" charset="0"/>
            </a:endParaRPr>
          </a:p>
        </p:txBody>
      </p:sp>
      <p:sp>
        <p:nvSpPr>
          <p:cNvPr id="4" name="object 4"/>
          <p:cNvSpPr txBox="1">
            <a:spLocks noGrp="1"/>
          </p:cNvSpPr>
          <p:nvPr>
            <p:ph type="title"/>
          </p:nvPr>
        </p:nvSpPr>
        <p:spPr>
          <a:xfrm>
            <a:off x="1447800" y="152400"/>
            <a:ext cx="7394575" cy="566822"/>
          </a:xfrm>
          <a:prstGeom prst="rect">
            <a:avLst/>
          </a:prstGeom>
        </p:spPr>
        <p:txBody>
          <a:bodyPr vert="horz" wrap="square" lIns="0" tIns="12700" rIns="0" bIns="0" rtlCol="0">
            <a:spAutoFit/>
          </a:bodyPr>
          <a:lstStyle/>
          <a:p>
            <a:pPr marL="12700">
              <a:lnSpc>
                <a:spcPct val="100000"/>
              </a:lnSpc>
              <a:spcBef>
                <a:spcPts val="100"/>
              </a:spcBef>
            </a:pPr>
            <a:r>
              <a:rPr lang="en-US" b="1" spc="-5" dirty="0"/>
              <a:t>Biography</a:t>
            </a:r>
            <a:endParaRPr b="1" spc="-5" dirty="0"/>
          </a:p>
        </p:txBody>
      </p:sp>
      <p:grpSp>
        <p:nvGrpSpPr>
          <p:cNvPr id="7" name="object 7"/>
          <p:cNvGrpSpPr/>
          <p:nvPr/>
        </p:nvGrpSpPr>
        <p:grpSpPr>
          <a:xfrm>
            <a:off x="10955850" y="6147125"/>
            <a:ext cx="1236343" cy="488315"/>
            <a:chOff x="10955850" y="6147125"/>
            <a:chExt cx="1236343" cy="488315"/>
          </a:xfrm>
        </p:grpSpPr>
        <p:pic>
          <p:nvPicPr>
            <p:cNvPr id="9" name="object 9"/>
            <p:cNvPicPr/>
            <p:nvPr/>
          </p:nvPicPr>
          <p:blipFill>
            <a:blip r:embed="rId2" cstate="print"/>
            <a:stretch>
              <a:fillRect/>
            </a:stretch>
          </p:blipFill>
          <p:spPr>
            <a:xfrm>
              <a:off x="10955850" y="6147125"/>
              <a:ext cx="1008800" cy="487775"/>
            </a:xfrm>
            <a:prstGeom prst="rect">
              <a:avLst/>
            </a:prstGeom>
          </p:spPr>
        </p:pic>
        <p:sp>
          <p:nvSpPr>
            <p:cNvPr id="10" name="object 10"/>
            <p:cNvSpPr/>
            <p:nvPr/>
          </p:nvSpPr>
          <p:spPr>
            <a:xfrm>
              <a:off x="11193974" y="6147125"/>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3</a:t>
            </a:fld>
            <a:endParaRPr dirty="0"/>
          </a:p>
        </p:txBody>
      </p:sp>
      <p:pic>
        <p:nvPicPr>
          <p:cNvPr id="1026" name="Picture 2" descr="Picture background">
            <a:extLst>
              <a:ext uri="{FF2B5EF4-FFF2-40B4-BE49-F238E27FC236}">
                <a16:creationId xmlns:a16="http://schemas.microsoft.com/office/drawing/2014/main" id="{93E20688-B62F-48C2-9482-0E12C042C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1" y="1256706"/>
            <a:ext cx="5029200" cy="51447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8600"/>
            <a:ext cx="9448800" cy="623248"/>
          </a:xfrm>
          <a:prstGeom prst="rect">
            <a:avLst/>
          </a:prstGeom>
        </p:spPr>
        <p:txBody>
          <a:bodyPr vert="horz" wrap="square" lIns="0" tIns="68580" rIns="0" bIns="0" rtlCol="0">
            <a:spAutoFit/>
          </a:bodyPr>
          <a:lstStyle/>
          <a:p>
            <a:r>
              <a:rPr lang="en-US" b="1" dirty="0"/>
              <a:t>First steps in IT</a:t>
            </a:r>
            <a:endParaRPr lang="ru-RU" b="1" dirty="0"/>
          </a:p>
        </p:txBody>
      </p:sp>
      <p:grpSp>
        <p:nvGrpSpPr>
          <p:cNvPr id="3" name="object 3"/>
          <p:cNvGrpSpPr/>
          <p:nvPr/>
        </p:nvGrpSpPr>
        <p:grpSpPr>
          <a:xfrm>
            <a:off x="10955850" y="6147124"/>
            <a:ext cx="1236344" cy="488315"/>
            <a:chOff x="10955850" y="6147124"/>
            <a:chExt cx="1236344" cy="488315"/>
          </a:xfrm>
        </p:grpSpPr>
        <p:pic>
          <p:nvPicPr>
            <p:cNvPr id="5" name="object 5"/>
            <p:cNvPicPr/>
            <p:nvPr/>
          </p:nvPicPr>
          <p:blipFill>
            <a:blip r:embed="rId2" cstate="print"/>
            <a:stretch>
              <a:fillRect/>
            </a:stretch>
          </p:blipFill>
          <p:spPr>
            <a:xfrm>
              <a:off x="10955850" y="6147124"/>
              <a:ext cx="1008800" cy="487775"/>
            </a:xfrm>
            <a:prstGeom prst="rect">
              <a:avLst/>
            </a:prstGeom>
          </p:spPr>
        </p:pic>
        <p:sp>
          <p:nvSpPr>
            <p:cNvPr id="6" name="object 6"/>
            <p:cNvSpPr/>
            <p:nvPr/>
          </p:nvSpPr>
          <p:spPr>
            <a:xfrm>
              <a:off x="11193975"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4</a:t>
            </a:fld>
            <a:endParaRPr dirty="0"/>
          </a:p>
        </p:txBody>
      </p:sp>
      <p:sp>
        <p:nvSpPr>
          <p:cNvPr id="4" name="Прямоугольник 3">
            <a:extLst>
              <a:ext uri="{FF2B5EF4-FFF2-40B4-BE49-F238E27FC236}">
                <a16:creationId xmlns:a16="http://schemas.microsoft.com/office/drawing/2014/main" id="{3E4E4438-3C20-453F-B3E3-D036D36BC353}"/>
              </a:ext>
            </a:extLst>
          </p:cNvPr>
          <p:cNvSpPr/>
          <p:nvPr/>
        </p:nvSpPr>
        <p:spPr>
          <a:xfrm>
            <a:off x="6844145" y="2057400"/>
            <a:ext cx="5106650" cy="3273204"/>
          </a:xfrm>
          <a:prstGeom prst="rect">
            <a:avLst/>
          </a:prstGeom>
        </p:spPr>
        <p:txBody>
          <a:bodyPr wrap="square">
            <a:spAutoFit/>
          </a:bodyPr>
          <a:lstStyle/>
          <a:p>
            <a:pPr marL="118110">
              <a:lnSpc>
                <a:spcPct val="150000"/>
              </a:lnSpc>
              <a:spcBef>
                <a:spcPts val="960"/>
              </a:spcBef>
              <a:tabLst>
                <a:tab pos="469265" algn="l"/>
                <a:tab pos="469900" algn="l"/>
              </a:tabLst>
            </a:pPr>
            <a:r>
              <a:rPr lang="en-US" sz="2000" dirty="0">
                <a:latin typeface="Verdana" panose="020B0604030504040204" pitchFamily="34" charset="0"/>
                <a:ea typeface="Verdana" panose="020B0604030504040204" pitchFamily="34" charset="0"/>
              </a:rPr>
              <a:t>He created his first computer program at age 13. He loves cars, motorboats, and poker. He never ate at home because he didn't want to waste time cooking. He was the firstborn and only son of a prominent lawyer.</a:t>
            </a:r>
            <a:endParaRPr lang="ru-RU" dirty="0"/>
          </a:p>
        </p:txBody>
      </p:sp>
      <p:pic>
        <p:nvPicPr>
          <p:cNvPr id="2050" name="Picture 2" descr="Picture background">
            <a:extLst>
              <a:ext uri="{FF2B5EF4-FFF2-40B4-BE49-F238E27FC236}">
                <a16:creationId xmlns:a16="http://schemas.microsoft.com/office/drawing/2014/main" id="{5D079040-9CE8-405B-9E70-30D0037FC9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73489"/>
            <a:ext cx="5816600" cy="4362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5</a:t>
            </a:fld>
            <a:endParaRPr dirty="0"/>
          </a:p>
        </p:txBody>
      </p:sp>
      <p:sp>
        <p:nvSpPr>
          <p:cNvPr id="8" name="object 8"/>
          <p:cNvSpPr txBox="1">
            <a:spLocks noGrp="1"/>
          </p:cNvSpPr>
          <p:nvPr>
            <p:ph type="title"/>
          </p:nvPr>
        </p:nvSpPr>
        <p:spPr>
          <a:xfrm>
            <a:off x="914400" y="457200"/>
            <a:ext cx="4431863" cy="400302"/>
          </a:xfrm>
          <a:prstGeom prst="rect">
            <a:avLst/>
          </a:prstGeom>
        </p:spPr>
        <p:txBody>
          <a:bodyPr vert="horz" wrap="square" lIns="0" tIns="53975" rIns="0" bIns="0" rtlCol="0">
            <a:spAutoFit/>
          </a:bodyPr>
          <a:lstStyle/>
          <a:p>
            <a:pPr marL="12700" marR="5080">
              <a:lnSpc>
                <a:spcPts val="2640"/>
              </a:lnSpc>
              <a:spcBef>
                <a:spcPts val="425"/>
              </a:spcBef>
            </a:pPr>
            <a:r>
              <a:rPr lang="en-US" sz="3200" b="1" dirty="0"/>
              <a:t>First steps in IT</a:t>
            </a:r>
            <a:endParaRPr sz="3200" b="1" dirty="0"/>
          </a:p>
        </p:txBody>
      </p:sp>
      <p:sp>
        <p:nvSpPr>
          <p:cNvPr id="2" name="Прямоугольник 1">
            <a:extLst>
              <a:ext uri="{FF2B5EF4-FFF2-40B4-BE49-F238E27FC236}">
                <a16:creationId xmlns:a16="http://schemas.microsoft.com/office/drawing/2014/main" id="{39D3C9BA-A11C-415C-9B7B-C61C785C2D50}"/>
              </a:ext>
            </a:extLst>
          </p:cNvPr>
          <p:cNvSpPr/>
          <p:nvPr/>
        </p:nvSpPr>
        <p:spPr>
          <a:xfrm>
            <a:off x="381000" y="1551895"/>
            <a:ext cx="5181600" cy="4606774"/>
          </a:xfrm>
          <a:prstGeom prst="rect">
            <a:avLst/>
          </a:prstGeom>
        </p:spPr>
        <p:txBody>
          <a:bodyPr wrap="square">
            <a:spAutoFit/>
          </a:bodyPr>
          <a:lstStyle/>
          <a:p>
            <a:pPr>
              <a:lnSpc>
                <a:spcPct val="150000"/>
              </a:lnSpc>
            </a:pPr>
            <a:r>
              <a:rPr lang="en-US" dirty="0">
                <a:latin typeface="Verdana" panose="020B0604030504040204" pitchFamily="34" charset="0"/>
                <a:ea typeface="Verdana" panose="020B0604030504040204" pitchFamily="34" charset="0"/>
              </a:rPr>
              <a:t>In 9th grade, Gates was an excellent student and ranked among the top ten students in the country on math tests.</a:t>
            </a:r>
          </a:p>
          <a:p>
            <a:pPr>
              <a:lnSpc>
                <a:spcPct val="150000"/>
              </a:lnSpc>
            </a:pPr>
            <a:r>
              <a:rPr lang="en-US" dirty="0">
                <a:latin typeface="Verdana" panose="020B0604030504040204" pitchFamily="34" charset="0"/>
                <a:ea typeface="Verdana" panose="020B0604030504040204" pitchFamily="34" charset="0"/>
              </a:rPr>
              <a:t>In 10th grade, he taught computer literacy and wrote a program to create a school schedule.</a:t>
            </a:r>
          </a:p>
          <a:p>
            <a:pPr>
              <a:lnSpc>
                <a:spcPct val="150000"/>
              </a:lnSpc>
            </a:pPr>
            <a:r>
              <a:rPr lang="en-US" dirty="0">
                <a:latin typeface="Verdana" panose="020B0604030504040204" pitchFamily="34" charset="0"/>
                <a:ea typeface="Verdana" panose="020B0604030504040204" pitchFamily="34" charset="0"/>
              </a:rPr>
              <a:t>This earned him $4,200.</a:t>
            </a:r>
          </a:p>
          <a:p>
            <a:pPr>
              <a:lnSpc>
                <a:spcPct val="150000"/>
              </a:lnSpc>
            </a:pPr>
            <a:r>
              <a:rPr lang="en-US" dirty="0">
                <a:latin typeface="Verdana" panose="020B0604030504040204" pitchFamily="34" charset="0"/>
                <a:ea typeface="Verdana" panose="020B0604030504040204" pitchFamily="34" charset="0"/>
              </a:rPr>
              <a:t>- After graduating from high school, Gates became an independent entrepreneur and founded a company that analyzed urban traffic.</a:t>
            </a:r>
            <a:endParaRPr lang="ru-RU" dirty="0">
              <a:latin typeface="Verdana" panose="020B0604030504040204" pitchFamily="34" charset="0"/>
              <a:ea typeface="Verdana" panose="020B0604030504040204" pitchFamily="34" charset="0"/>
            </a:endParaRPr>
          </a:p>
        </p:txBody>
      </p:sp>
      <p:pic>
        <p:nvPicPr>
          <p:cNvPr id="3074" name="Picture 2" descr="Picture background">
            <a:extLst>
              <a:ext uri="{FF2B5EF4-FFF2-40B4-BE49-F238E27FC236}">
                <a16:creationId xmlns:a16="http://schemas.microsoft.com/office/drawing/2014/main" id="{69C5AB31-7787-4AB8-BC74-2067DCABD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2" y="1355459"/>
            <a:ext cx="3864888" cy="52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858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6</a:t>
            </a:fld>
            <a:endParaRPr dirty="0"/>
          </a:p>
        </p:txBody>
      </p:sp>
      <p:sp>
        <p:nvSpPr>
          <p:cNvPr id="8" name="object 8"/>
          <p:cNvSpPr txBox="1">
            <a:spLocks noGrp="1"/>
          </p:cNvSpPr>
          <p:nvPr>
            <p:ph type="title"/>
          </p:nvPr>
        </p:nvSpPr>
        <p:spPr>
          <a:xfrm>
            <a:off x="914400" y="457200"/>
            <a:ext cx="4431863"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Start Microsoft</a:t>
            </a:r>
            <a:endParaRPr sz="3200" b="1" dirty="0"/>
          </a:p>
        </p:txBody>
      </p:sp>
      <p:sp>
        <p:nvSpPr>
          <p:cNvPr id="10" name="Прямоугольник 9">
            <a:extLst>
              <a:ext uri="{FF2B5EF4-FFF2-40B4-BE49-F238E27FC236}">
                <a16:creationId xmlns:a16="http://schemas.microsoft.com/office/drawing/2014/main" id="{03737E4E-FC58-4A1B-9D1D-A50D05E116A2}"/>
              </a:ext>
            </a:extLst>
          </p:cNvPr>
          <p:cNvSpPr/>
          <p:nvPr/>
        </p:nvSpPr>
        <p:spPr>
          <a:xfrm>
            <a:off x="7404999" y="1368740"/>
            <a:ext cx="4114800" cy="5022272"/>
          </a:xfrm>
          <a:prstGeom prst="rect">
            <a:avLst/>
          </a:prstGeom>
        </p:spPr>
        <p:txBody>
          <a:bodyPr wrap="square">
            <a:spAutoFit/>
          </a:bodyPr>
          <a:lstStyle/>
          <a:p>
            <a:pPr>
              <a:lnSpc>
                <a:spcPct val="150000"/>
              </a:lnSpc>
            </a:pPr>
            <a:r>
              <a:rPr lang="en-US" dirty="0">
                <a:latin typeface="Verdana" panose="020B0604030504040204" pitchFamily="34" charset="0"/>
                <a:ea typeface="Verdana" panose="020B0604030504040204" pitchFamily="34" charset="0"/>
              </a:rPr>
              <a:t>In 1974, Bill</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Gates and Paul Allen</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contacted M.I.T.S., offering</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software</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(a version of BASIC) for</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their Altair</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8800 computer.</a:t>
            </a:r>
          </a:p>
          <a:p>
            <a:pPr>
              <a:lnSpc>
                <a:spcPct val="150000"/>
              </a:lnSpc>
            </a:pPr>
            <a:endParaRPr lang="ru-RU" dirty="0">
              <a:latin typeface="Verdana" panose="020B0604030504040204" pitchFamily="34" charset="0"/>
              <a:ea typeface="Verdana" panose="020B0604030504040204" pitchFamily="34" charset="0"/>
            </a:endParaRPr>
          </a:p>
          <a:p>
            <a:pPr>
              <a:lnSpc>
                <a:spcPct val="150000"/>
              </a:lnSpc>
            </a:pPr>
            <a:r>
              <a:rPr lang="en-US" dirty="0">
                <a:latin typeface="Verdana" panose="020B0604030504040204" pitchFamily="34" charset="0"/>
                <a:ea typeface="Verdana" panose="020B0604030504040204" pitchFamily="34" charset="0"/>
              </a:rPr>
              <a:t>This option satisfied the managers, who offered</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the young men work on</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writing programming languages. The couple</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moved to New Mexico, where</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the history of Microsoft began.</a:t>
            </a:r>
            <a:endParaRPr lang="ru-RU" dirty="0">
              <a:latin typeface="Verdana" panose="020B0604030504040204" pitchFamily="34" charset="0"/>
              <a:ea typeface="Verdana" panose="020B0604030504040204" pitchFamily="34" charset="0"/>
            </a:endParaRPr>
          </a:p>
        </p:txBody>
      </p:sp>
      <p:pic>
        <p:nvPicPr>
          <p:cNvPr id="5122" name="Picture 2" descr="Picture background">
            <a:extLst>
              <a:ext uri="{FF2B5EF4-FFF2-40B4-BE49-F238E27FC236}">
                <a16:creationId xmlns:a16="http://schemas.microsoft.com/office/drawing/2014/main" id="{4E644463-998C-4571-89F1-071DEC75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78038"/>
            <a:ext cx="6553200" cy="341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7</a:t>
            </a:fld>
            <a:endParaRPr dirty="0"/>
          </a:p>
        </p:txBody>
      </p:sp>
      <p:sp>
        <p:nvSpPr>
          <p:cNvPr id="8" name="object 8"/>
          <p:cNvSpPr txBox="1">
            <a:spLocks noGrp="1"/>
          </p:cNvSpPr>
          <p:nvPr>
            <p:ph type="title"/>
          </p:nvPr>
        </p:nvSpPr>
        <p:spPr>
          <a:xfrm>
            <a:off x="914400" y="457200"/>
            <a:ext cx="4431863"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Start Microsoft</a:t>
            </a:r>
            <a:endParaRPr sz="3200" b="1" dirty="0"/>
          </a:p>
        </p:txBody>
      </p:sp>
      <p:sp>
        <p:nvSpPr>
          <p:cNvPr id="4" name="Прямоугольник 3">
            <a:extLst>
              <a:ext uri="{FF2B5EF4-FFF2-40B4-BE49-F238E27FC236}">
                <a16:creationId xmlns:a16="http://schemas.microsoft.com/office/drawing/2014/main" id="{19E8D639-9624-4154-926B-80521F3566D3}"/>
              </a:ext>
            </a:extLst>
          </p:cNvPr>
          <p:cNvSpPr/>
          <p:nvPr/>
        </p:nvSpPr>
        <p:spPr>
          <a:xfrm>
            <a:off x="381000" y="1828800"/>
            <a:ext cx="6019800" cy="3775777"/>
          </a:xfrm>
          <a:prstGeom prst="rect">
            <a:avLst/>
          </a:prstGeom>
        </p:spPr>
        <p:txBody>
          <a:bodyPr wrap="square">
            <a:spAutoFit/>
          </a:bodyPr>
          <a:lstStyle/>
          <a:p>
            <a:pPr>
              <a:lnSpc>
                <a:spcPct val="150000"/>
              </a:lnSpc>
            </a:pPr>
            <a:r>
              <a:rPr lang="ru-RU" dirty="0">
                <a:latin typeface="Verdana" panose="020B0604030504040204" pitchFamily="34" charset="0"/>
                <a:ea typeface="Verdana" panose="020B0604030504040204" pitchFamily="34" charset="0"/>
              </a:rPr>
              <a:t>That same year, at Gates's initiative, they began selling licenses for the software they had developed. This made it possible to provide PCs with new operating systems and programming languages. Thanks to this innovation, their company's revenues increased significantly.</a:t>
            </a:r>
            <a:endParaRPr lang="en-US" dirty="0">
              <a:latin typeface="Verdana" panose="020B0604030504040204" pitchFamily="34" charset="0"/>
              <a:ea typeface="Verdana" panose="020B0604030504040204" pitchFamily="34" charset="0"/>
            </a:endParaRPr>
          </a:p>
          <a:p>
            <a:pPr>
              <a:lnSpc>
                <a:spcPct val="150000"/>
              </a:lnSpc>
            </a:pPr>
            <a:r>
              <a:rPr lang="en-US" dirty="0">
                <a:latin typeface="Verdana" panose="020B0604030504040204" pitchFamily="34" charset="0"/>
                <a:ea typeface="Verdana" panose="020B0604030504040204" pitchFamily="34" charset="0"/>
              </a:rPr>
              <a:t>As a result of the team's coordinated work, in 1977 they were able to introduce a new operating system called Microsoft Fortran.</a:t>
            </a:r>
            <a:endParaRPr lang="ru-RU" dirty="0">
              <a:latin typeface="Verdana" panose="020B0604030504040204" pitchFamily="34" charset="0"/>
              <a:ea typeface="Verdana" panose="020B0604030504040204" pitchFamily="34" charset="0"/>
            </a:endParaRPr>
          </a:p>
        </p:txBody>
      </p:sp>
      <p:pic>
        <p:nvPicPr>
          <p:cNvPr id="6146" name="Picture 2" descr="Picture background">
            <a:extLst>
              <a:ext uri="{FF2B5EF4-FFF2-40B4-BE49-F238E27FC236}">
                <a16:creationId xmlns:a16="http://schemas.microsoft.com/office/drawing/2014/main" id="{2EFE9CD9-303D-455A-B09F-2CE6F96B4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524000"/>
            <a:ext cx="5087600" cy="334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713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8</a:t>
            </a:fld>
            <a:endParaRPr dirty="0"/>
          </a:p>
        </p:txBody>
      </p:sp>
      <p:sp>
        <p:nvSpPr>
          <p:cNvPr id="8" name="object 8"/>
          <p:cNvSpPr txBox="1">
            <a:spLocks noGrp="1"/>
          </p:cNvSpPr>
          <p:nvPr>
            <p:ph type="title"/>
          </p:nvPr>
        </p:nvSpPr>
        <p:spPr>
          <a:xfrm>
            <a:off x="914400" y="457200"/>
            <a:ext cx="4431863"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Conclusion</a:t>
            </a:r>
            <a:endParaRPr sz="3200" b="1" dirty="0"/>
          </a:p>
        </p:txBody>
      </p:sp>
      <p:sp>
        <p:nvSpPr>
          <p:cNvPr id="2" name="Прямоугольник 1">
            <a:extLst>
              <a:ext uri="{FF2B5EF4-FFF2-40B4-BE49-F238E27FC236}">
                <a16:creationId xmlns:a16="http://schemas.microsoft.com/office/drawing/2014/main" id="{9319419B-FE47-4994-AFC3-A9E08958676C}"/>
              </a:ext>
            </a:extLst>
          </p:cNvPr>
          <p:cNvSpPr/>
          <p:nvPr/>
        </p:nvSpPr>
        <p:spPr>
          <a:xfrm>
            <a:off x="6701211" y="2514600"/>
            <a:ext cx="5249334" cy="1698285"/>
          </a:xfrm>
          <a:prstGeom prst="rect">
            <a:avLst/>
          </a:prstGeom>
        </p:spPr>
        <p:txBody>
          <a:bodyPr wrap="square">
            <a:spAutoFit/>
          </a:bodyPr>
          <a:lstStyle/>
          <a:p>
            <a:pPr>
              <a:lnSpc>
                <a:spcPct val="150000"/>
              </a:lnSpc>
            </a:pPr>
            <a:r>
              <a:rPr lang="ru-RU" dirty="0" err="1">
                <a:latin typeface="Verdana" panose="020B0604030504040204" pitchFamily="34" charset="0"/>
                <a:ea typeface="Verdana" panose="020B0604030504040204" pitchFamily="34" charset="0"/>
              </a:rPr>
              <a:t>In</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conclusion</a:t>
            </a:r>
            <a:r>
              <a:rPr lang="ru-RU" dirty="0">
                <a:latin typeface="Verdana" panose="020B0604030504040204" pitchFamily="34" charset="0"/>
                <a:ea typeface="Verdana" panose="020B0604030504040204" pitchFamily="34" charset="0"/>
              </a:rPr>
              <a:t>, it </a:t>
            </a:r>
            <a:r>
              <a:rPr lang="ru-RU" dirty="0" err="1">
                <a:latin typeface="Verdana" panose="020B0604030504040204" pitchFamily="34" charset="0"/>
                <a:ea typeface="Verdana" panose="020B0604030504040204" pitchFamily="34" charset="0"/>
              </a:rPr>
              <a:t>is</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worth</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saying</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that</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Bill</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Gates</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truly</a:t>
            </a:r>
            <a:r>
              <a:rPr lang="ru-RU" dirty="0">
                <a:latin typeface="Verdana" panose="020B0604030504040204" pitchFamily="34" charset="0"/>
                <a:ea typeface="Verdana" panose="020B0604030504040204" pitchFamily="34" charset="0"/>
              </a:rPr>
              <a:t> had a </a:t>
            </a:r>
            <a:r>
              <a:rPr lang="ru-RU" dirty="0" err="1">
                <a:latin typeface="Verdana" panose="020B0604030504040204" pitchFamily="34" charset="0"/>
                <a:ea typeface="Verdana" panose="020B0604030504040204" pitchFamily="34" charset="0"/>
              </a:rPr>
              <a:t>huge</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impact</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on</a:t>
            </a:r>
            <a:r>
              <a:rPr lang="ru-RU" dirty="0">
                <a:latin typeface="Verdana" panose="020B0604030504040204" pitchFamily="34" charset="0"/>
                <a:ea typeface="Verdana" panose="020B0604030504040204" pitchFamily="34" charset="0"/>
              </a:rPr>
              <a:t> the </a:t>
            </a:r>
            <a:r>
              <a:rPr lang="ru-RU" dirty="0" err="1">
                <a:latin typeface="Verdana" panose="020B0604030504040204" pitchFamily="34" charset="0"/>
                <a:ea typeface="Verdana" panose="020B0604030504040204" pitchFamily="34" charset="0"/>
              </a:rPr>
              <a:t>development</a:t>
            </a:r>
            <a:r>
              <a:rPr lang="ru-RU" dirty="0">
                <a:latin typeface="Verdana" panose="020B0604030504040204" pitchFamily="34" charset="0"/>
                <a:ea typeface="Verdana" panose="020B0604030504040204" pitchFamily="34" charset="0"/>
              </a:rPr>
              <a:t> of </a:t>
            </a:r>
            <a:r>
              <a:rPr lang="ru-RU" dirty="0" err="1">
                <a:latin typeface="Verdana" panose="020B0604030504040204" pitchFamily="34" charset="0"/>
                <a:ea typeface="Verdana" panose="020B0604030504040204" pitchFamily="34" charset="0"/>
              </a:rPr>
              <a:t>technology</a:t>
            </a:r>
            <a:r>
              <a:rPr lang="ru-RU" dirty="0">
                <a:latin typeface="Verdana" panose="020B0604030504040204" pitchFamily="34" charset="0"/>
                <a:ea typeface="Verdana" panose="020B0604030504040204" pitchFamily="34" charset="0"/>
              </a:rPr>
              <a:t>, and </a:t>
            </a:r>
            <a:r>
              <a:rPr lang="ru-RU" dirty="0" err="1">
                <a:latin typeface="Verdana" panose="020B0604030504040204" pitchFamily="34" charset="0"/>
                <a:ea typeface="Verdana" panose="020B0604030504040204" pitchFamily="34" charset="0"/>
              </a:rPr>
              <a:t>his</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legacy</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will</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live</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on</a:t>
            </a:r>
            <a:r>
              <a:rPr lang="ru-RU" dirty="0">
                <a:latin typeface="Verdana" panose="020B0604030504040204" pitchFamily="34" charset="0"/>
                <a:ea typeface="Verdana" panose="020B0604030504040204" pitchFamily="34" charset="0"/>
              </a:rPr>
              <a:t> for a </a:t>
            </a:r>
            <a:r>
              <a:rPr lang="ru-RU" dirty="0" err="1">
                <a:latin typeface="Verdana" panose="020B0604030504040204" pitchFamily="34" charset="0"/>
                <a:ea typeface="Verdana" panose="020B0604030504040204" pitchFamily="34" charset="0"/>
              </a:rPr>
              <a:t>very</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very</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long</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time</a:t>
            </a:r>
            <a:r>
              <a:rPr lang="ru-RU" dirty="0">
                <a:latin typeface="Verdana" panose="020B0604030504040204" pitchFamily="34" charset="0"/>
                <a:ea typeface="Verdana" panose="020B0604030504040204" pitchFamily="34" charset="0"/>
              </a:rPr>
              <a:t>.</a:t>
            </a:r>
          </a:p>
        </p:txBody>
      </p:sp>
      <p:sp>
        <p:nvSpPr>
          <p:cNvPr id="12" name="AutoShape 2" descr="Picture background">
            <a:extLst>
              <a:ext uri="{FF2B5EF4-FFF2-40B4-BE49-F238E27FC236}">
                <a16:creationId xmlns:a16="http://schemas.microsoft.com/office/drawing/2014/main" id="{F11E70BE-940A-4CC4-9019-3B2C16A6A9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3" name="Рисунок 12">
            <a:extLst>
              <a:ext uri="{FF2B5EF4-FFF2-40B4-BE49-F238E27FC236}">
                <a16:creationId xmlns:a16="http://schemas.microsoft.com/office/drawing/2014/main" id="{92F71257-4A8C-47CD-8972-33818C373FE0}"/>
              </a:ext>
            </a:extLst>
          </p:cNvPr>
          <p:cNvPicPr>
            <a:picLocks noChangeAspect="1"/>
          </p:cNvPicPr>
          <p:nvPr/>
        </p:nvPicPr>
        <p:blipFill>
          <a:blip r:embed="rId3"/>
          <a:stretch>
            <a:fillRect/>
          </a:stretch>
        </p:blipFill>
        <p:spPr>
          <a:xfrm>
            <a:off x="381000" y="1866900"/>
            <a:ext cx="6096000" cy="3429000"/>
          </a:xfrm>
          <a:prstGeom prst="rect">
            <a:avLst/>
          </a:prstGeom>
        </p:spPr>
      </p:pic>
    </p:spTree>
    <p:extLst>
      <p:ext uri="{BB962C8B-B14F-4D97-AF65-F5344CB8AC3E}">
        <p14:creationId xmlns:p14="http://schemas.microsoft.com/office/powerpoint/2010/main" val="161305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9</a:t>
            </a:fld>
            <a:endParaRPr dirty="0"/>
          </a:p>
        </p:txBody>
      </p:sp>
      <p:sp>
        <p:nvSpPr>
          <p:cNvPr id="8" name="object 8"/>
          <p:cNvSpPr txBox="1">
            <a:spLocks noGrp="1"/>
          </p:cNvSpPr>
          <p:nvPr>
            <p:ph type="title"/>
          </p:nvPr>
        </p:nvSpPr>
        <p:spPr>
          <a:xfrm>
            <a:off x="914400" y="457200"/>
            <a:ext cx="5257800"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Bibliography</a:t>
            </a:r>
            <a:endParaRPr sz="3200" b="1" dirty="0"/>
          </a:p>
        </p:txBody>
      </p:sp>
      <p:sp>
        <p:nvSpPr>
          <p:cNvPr id="4" name="Прямоугольник 3">
            <a:extLst>
              <a:ext uri="{FF2B5EF4-FFF2-40B4-BE49-F238E27FC236}">
                <a16:creationId xmlns:a16="http://schemas.microsoft.com/office/drawing/2014/main" id="{1E238A2F-C6B0-4EA8-AE78-28FD855DC222}"/>
              </a:ext>
            </a:extLst>
          </p:cNvPr>
          <p:cNvSpPr/>
          <p:nvPr/>
        </p:nvSpPr>
        <p:spPr>
          <a:xfrm>
            <a:off x="-16462" y="1066800"/>
            <a:ext cx="11598862" cy="5035353"/>
          </a:xfrm>
          <a:prstGeom prst="rect">
            <a:avLst/>
          </a:prstGeom>
        </p:spPr>
        <p:txBody>
          <a:bodyPr wrap="square">
            <a:spAutoFit/>
          </a:bodyPr>
          <a:lstStyle/>
          <a:p>
            <a:pPr marL="180000">
              <a:lnSpc>
                <a:spcPct val="150000"/>
              </a:lnSpc>
            </a:pPr>
            <a:r>
              <a:rPr lang="en-US" dirty="0"/>
              <a:t>     1)</a:t>
            </a:r>
            <a:r>
              <a:rPr lang="ru-RU" dirty="0"/>
              <a:t> </a:t>
            </a:r>
            <a:r>
              <a:rPr lang="en-US" dirty="0"/>
              <a:t>Bill Gates Biography</a:t>
            </a:r>
            <a:r>
              <a:rPr lang="ru-RU" dirty="0"/>
              <a:t>. </a:t>
            </a:r>
            <a:r>
              <a:rPr lang="en-US" dirty="0"/>
              <a:t>[Electronic resource]</a:t>
            </a:r>
            <a:r>
              <a:rPr lang="ru-RU" dirty="0"/>
              <a:t>. </a:t>
            </a:r>
            <a:r>
              <a:rPr lang="en-US" dirty="0"/>
              <a:t>Wikipedia</a:t>
            </a:r>
            <a:r>
              <a:rPr lang="ru-RU" dirty="0"/>
              <a:t>. </a:t>
            </a:r>
            <a:r>
              <a:rPr lang="en-US" dirty="0"/>
              <a:t>URL: https://en.wikipedia.org/wiki/Bill_Gates</a:t>
            </a:r>
            <a:endParaRPr lang="ru-RU" dirty="0"/>
          </a:p>
          <a:p>
            <a:pPr marL="180000">
              <a:lnSpc>
                <a:spcPct val="150000"/>
              </a:lnSpc>
            </a:pPr>
            <a:r>
              <a:rPr lang="en-US" dirty="0"/>
              <a:t>     </a:t>
            </a:r>
            <a:r>
              <a:rPr lang="ru-RU" dirty="0"/>
              <a:t>2) </a:t>
            </a:r>
            <a:r>
              <a:rPr lang="en-US" dirty="0"/>
              <a:t>Bill Gates biography, photos, career, personal life.</a:t>
            </a:r>
            <a:r>
              <a:rPr lang="ru-RU" dirty="0"/>
              <a:t> </a:t>
            </a:r>
            <a:r>
              <a:rPr lang="en-US" dirty="0"/>
              <a:t>[Electronic resource]</a:t>
            </a:r>
            <a:r>
              <a:rPr lang="ru-RU" dirty="0"/>
              <a:t>. </a:t>
            </a:r>
            <a:r>
              <a:rPr lang="en-US" dirty="0"/>
              <a:t>RBC Radio - the latest news today on </a:t>
            </a:r>
            <a:r>
              <a:rPr lang="en-US" dirty="0" err="1"/>
              <a:t>RBC.Ru</a:t>
            </a:r>
            <a:r>
              <a:rPr lang="en-US" dirty="0"/>
              <a:t>.</a:t>
            </a:r>
            <a:r>
              <a:rPr lang="ru-RU" dirty="0"/>
              <a:t> </a:t>
            </a:r>
            <a:r>
              <a:rPr lang="en-US" dirty="0">
                <a:hlinkClick r:id="rId3">
                  <a:extLst>
                    <a:ext uri="{A12FA001-AC4F-418D-AE19-62706E023703}">
                      <ahyp:hlinkClr xmlns:ahyp="http://schemas.microsoft.com/office/drawing/2018/hyperlinkcolor" val="tx"/>
                    </a:ext>
                  </a:extLst>
                </a:hlinkClick>
              </a:rPr>
              <a:t>URL:</a:t>
            </a:r>
            <a:r>
              <a:rPr lang="en-US" dirty="0"/>
              <a:t> https://www.rbc.ru/person/619b8e469a7947b325ff3ec6</a:t>
            </a:r>
            <a:endParaRPr lang="ru-RU" dirty="0"/>
          </a:p>
          <a:p>
            <a:pPr marL="180000">
              <a:lnSpc>
                <a:spcPct val="150000"/>
              </a:lnSpc>
            </a:pPr>
            <a:r>
              <a:rPr lang="en-US" dirty="0"/>
              <a:t>     </a:t>
            </a:r>
            <a:r>
              <a:rPr lang="ru-RU" dirty="0"/>
              <a:t>3) </a:t>
            </a:r>
            <a:r>
              <a:rPr lang="en-US" dirty="0"/>
              <a:t>Great Minds of the IT World. Bill Gates / </a:t>
            </a:r>
            <a:r>
              <a:rPr lang="en-US" dirty="0" err="1"/>
              <a:t>Habr</a:t>
            </a:r>
            <a:r>
              <a:rPr lang="ru-RU" dirty="0"/>
              <a:t>. </a:t>
            </a:r>
            <a:r>
              <a:rPr lang="en-US" dirty="0"/>
              <a:t>[Electronic resource]</a:t>
            </a:r>
            <a:r>
              <a:rPr lang="ru-RU" dirty="0"/>
              <a:t>. </a:t>
            </a:r>
            <a:r>
              <a:rPr lang="en-US" dirty="0" err="1"/>
              <a:t>Habr</a:t>
            </a:r>
            <a:r>
              <a:rPr lang="ru-RU" dirty="0"/>
              <a:t>. </a:t>
            </a:r>
            <a:endParaRPr lang="en-US" dirty="0"/>
          </a:p>
          <a:p>
            <a:pPr marL="180000">
              <a:lnSpc>
                <a:spcPct val="150000"/>
              </a:lnSpc>
            </a:pPr>
            <a:r>
              <a:rPr lang="en-US" dirty="0">
                <a:hlinkClick r:id="rId3">
                  <a:extLst>
                    <a:ext uri="{A12FA001-AC4F-418D-AE19-62706E023703}">
                      <ahyp:hlinkClr xmlns:ahyp="http://schemas.microsoft.com/office/drawing/2018/hyperlinkcolor" val="tx"/>
                    </a:ext>
                  </a:extLst>
                </a:hlinkClick>
              </a:rPr>
              <a:t>URL:</a:t>
            </a:r>
            <a:r>
              <a:rPr lang="en-US" dirty="0"/>
              <a:t> https://habr.com/ru/companies/sberbank/articles/897950/</a:t>
            </a:r>
            <a:endParaRPr lang="ru-RU" dirty="0"/>
          </a:p>
          <a:p>
            <a:pPr marL="180000">
              <a:lnSpc>
                <a:spcPct val="150000"/>
              </a:lnSpc>
            </a:pPr>
            <a:r>
              <a:rPr lang="en-US" dirty="0"/>
              <a:t>     </a:t>
            </a:r>
            <a:r>
              <a:rPr lang="ru-RU" dirty="0"/>
              <a:t>4) </a:t>
            </a:r>
            <a:r>
              <a:rPr lang="en-US" dirty="0"/>
              <a:t>Bill Gates: Biography of the Microsoft Co-Founder. [Electronic resource]</a:t>
            </a:r>
            <a:r>
              <a:rPr lang="ru-RU" dirty="0"/>
              <a:t>.</a:t>
            </a:r>
            <a:r>
              <a:rPr lang="en-US" dirty="0"/>
              <a:t> Mail.ru News. URL:</a:t>
            </a:r>
            <a:r>
              <a:rPr lang="ru-RU" dirty="0"/>
              <a:t> </a:t>
            </a:r>
            <a:r>
              <a:rPr lang="en-US" dirty="0"/>
              <a:t>https://news.mail.ru/card/692/</a:t>
            </a:r>
            <a:r>
              <a:rPr lang="ru-RU" dirty="0"/>
              <a:t>.</a:t>
            </a:r>
          </a:p>
          <a:p>
            <a:pPr marL="180000">
              <a:lnSpc>
                <a:spcPct val="150000"/>
              </a:lnSpc>
            </a:pPr>
            <a:r>
              <a:rPr lang="en-US" dirty="0"/>
              <a:t>     </a:t>
            </a:r>
            <a:r>
              <a:rPr lang="ru-RU" dirty="0"/>
              <a:t>5) </a:t>
            </a:r>
            <a:r>
              <a:rPr lang="en-US" dirty="0"/>
              <a:t>Bill Gates - </a:t>
            </a:r>
            <a:r>
              <a:rPr lang="en-US" dirty="0" err="1"/>
              <a:t>Ruwiki</a:t>
            </a:r>
            <a:r>
              <a:rPr lang="en-US" dirty="0"/>
              <a:t>: The Internet Encyclopedia</a:t>
            </a:r>
            <a:r>
              <a:rPr lang="ru-RU" dirty="0"/>
              <a:t>. </a:t>
            </a:r>
            <a:r>
              <a:rPr lang="en-US" dirty="0"/>
              <a:t>[Electronic resource]</a:t>
            </a:r>
            <a:r>
              <a:rPr lang="ru-RU" dirty="0"/>
              <a:t>. </a:t>
            </a:r>
            <a:r>
              <a:rPr lang="en-US" dirty="0"/>
              <a:t>RUVIKI — a new Russian online encyclopedia</a:t>
            </a:r>
            <a:r>
              <a:rPr lang="ru-RU" dirty="0"/>
              <a:t>. </a:t>
            </a:r>
            <a:r>
              <a:rPr lang="en-US" dirty="0"/>
              <a:t>URL: https://ru.ruwiki.ru/wiki/</a:t>
            </a:r>
            <a:r>
              <a:rPr lang="ru-RU" dirty="0" err="1"/>
              <a:t>Гейтс,_Билл</a:t>
            </a:r>
            <a:endParaRPr lang="ru-RU" dirty="0"/>
          </a:p>
          <a:p>
            <a:pPr marL="180000">
              <a:lnSpc>
                <a:spcPct val="150000"/>
              </a:lnSpc>
            </a:pPr>
            <a:r>
              <a:rPr lang="en-US" dirty="0"/>
              <a:t>     </a:t>
            </a:r>
            <a:r>
              <a:rPr lang="ru-RU" dirty="0"/>
              <a:t>6) </a:t>
            </a:r>
            <a:r>
              <a:rPr lang="en-US" dirty="0"/>
              <a:t>Bill Gates: Biography of the Programmer, Billionaire, and Founder of Microsoft. [Electronic resource]</a:t>
            </a:r>
            <a:r>
              <a:rPr lang="ru-RU" dirty="0"/>
              <a:t>.</a:t>
            </a:r>
            <a:r>
              <a:rPr lang="en-US" dirty="0"/>
              <a:t> </a:t>
            </a:r>
            <a:r>
              <a:rPr lang="ru-RU" dirty="0" err="1"/>
              <a:t>Skillbox</a:t>
            </a:r>
            <a:r>
              <a:rPr lang="ru-RU" dirty="0"/>
              <a:t> </a:t>
            </a:r>
            <a:r>
              <a:rPr lang="ru-RU" dirty="0" err="1"/>
              <a:t>Media</a:t>
            </a:r>
            <a:r>
              <a:rPr lang="en-US" dirty="0"/>
              <a:t>. URL: https://skillbox.ru/media/code/bill-geyts-kak-botanik-sozdal-microsoft-i-unichtozhal-konkurentov/</a:t>
            </a:r>
            <a:endParaRPr lang="ru-RU" dirty="0"/>
          </a:p>
          <a:p>
            <a:pPr marL="180000">
              <a:lnSpc>
                <a:spcPct val="150000"/>
              </a:lnSpc>
            </a:pPr>
            <a:r>
              <a:rPr lang="en-US" dirty="0"/>
              <a:t>     </a:t>
            </a:r>
            <a:r>
              <a:rPr lang="ru-RU" dirty="0"/>
              <a:t>7) </a:t>
            </a:r>
            <a:r>
              <a:rPr lang="en-US" dirty="0"/>
              <a:t>Biography of Bill Gates, the founder of Microsoft. [Electronic resource]</a:t>
            </a:r>
            <a:r>
              <a:rPr lang="ru-RU" dirty="0"/>
              <a:t>.</a:t>
            </a:r>
            <a:r>
              <a:rPr lang="en-US" dirty="0"/>
              <a:t> </a:t>
            </a:r>
            <a:r>
              <a:rPr lang="ru-RU" dirty="0" err="1"/>
              <a:t>Brobank</a:t>
            </a:r>
            <a:r>
              <a:rPr lang="en-US" dirty="0"/>
              <a:t>. URL: https://brobank.ru/bill-gejts/</a:t>
            </a:r>
            <a:endParaRPr lang="ru-RU" dirty="0"/>
          </a:p>
        </p:txBody>
      </p:sp>
    </p:spTree>
    <p:extLst>
      <p:ext uri="{BB962C8B-B14F-4D97-AF65-F5344CB8AC3E}">
        <p14:creationId xmlns:p14="http://schemas.microsoft.com/office/powerpoint/2010/main" val="3627172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Презентация2" id="{E0AA2961-2462-44C9-A2FC-FB4DE33C9300}" vid="{F3B6674C-7AEE-4CD1-A37F-EC22DDAAFAAC}"/>
    </a:ext>
  </a:extLst>
</a:theme>
</file>

<file path=docProps/app.xml><?xml version="1.0" encoding="utf-8"?>
<Properties xmlns="http://schemas.openxmlformats.org/officeDocument/2006/extended-properties" xmlns:vt="http://schemas.openxmlformats.org/officeDocument/2006/docPropsVTypes">
  <Template/>
  <TotalTime>611</TotalTime>
  <Words>660</Words>
  <Application>Microsoft Office PowerPoint</Application>
  <PresentationFormat>Широкоэкранный</PresentationFormat>
  <Paragraphs>52</Paragraphs>
  <Slides>9</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9</vt:i4>
      </vt:variant>
    </vt:vector>
  </HeadingPairs>
  <TitlesOfParts>
    <vt:vector size="17" baseType="lpstr">
      <vt:lpstr>Arial</vt:lpstr>
      <vt:lpstr>Calibri</vt:lpstr>
      <vt:lpstr>Microsoft Sans Serif</vt:lpstr>
      <vt:lpstr>Times New Roman</vt:lpstr>
      <vt:lpstr>Verdana</vt:lpstr>
      <vt:lpstr>Wingdings</vt:lpstr>
      <vt:lpstr>Office Theme</vt:lpstr>
      <vt:lpstr>1_Тема Office</vt:lpstr>
      <vt:lpstr>Презентация PowerPoint</vt:lpstr>
      <vt:lpstr>Content</vt:lpstr>
      <vt:lpstr>Biography</vt:lpstr>
      <vt:lpstr>First steps in IT</vt:lpstr>
      <vt:lpstr>First steps in IT</vt:lpstr>
      <vt:lpstr>Start Microsoft</vt:lpstr>
      <vt:lpstr>Start Microsoft</vt:lpstr>
      <vt:lpstr>Conclusion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2.а Презентация</dc:title>
  <cp:lastModifiedBy>Lion 120454</cp:lastModifiedBy>
  <cp:revision>20</cp:revision>
  <dcterms:created xsi:type="dcterms:W3CDTF">2024-05-14T10:22:02Z</dcterms:created>
  <dcterms:modified xsi:type="dcterms:W3CDTF">2026-06-16T06:19:22Z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