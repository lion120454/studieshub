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22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99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19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27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13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19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3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2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82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8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239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03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455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43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9FCEA8D-B20C-4A9D-BD05-BA60026F524E}" type="datetimeFigureOut">
              <a:rPr lang="ru-RU" smtClean="0"/>
              <a:t>16.03.2022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2EDE4BB6-2779-4790-AB88-DD758F912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438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52F7D-C7D1-4183-A012-818E90F1E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4007556"/>
          </a:xfrm>
        </p:spPr>
        <p:txBody>
          <a:bodyPr>
            <a:normAutofit/>
          </a:bodyPr>
          <a:lstStyle/>
          <a:p>
            <a:r>
              <a:rPr lang="ru-RU" dirty="0"/>
              <a:t>Проведение научно-исследовательских работ в области охраны окружающей среды</a:t>
            </a:r>
          </a:p>
        </p:txBody>
      </p:sp>
    </p:spTree>
    <p:extLst>
      <p:ext uri="{BB962C8B-B14F-4D97-AF65-F5344CB8AC3E}">
        <p14:creationId xmlns:p14="http://schemas.microsoft.com/office/powerpoint/2010/main" val="317823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00FD8E0-DC25-4144-98AB-10E979C14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5200"/>
            <a:ext cx="12045244" cy="1817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Российское экологическое законодательство регламентирует порядок участия представителей науки, обладающих специальными знаниями, в проведении экспертиз в области охраны окружающей среды.</a:t>
            </a:r>
          </a:p>
          <a:p>
            <a:pPr marL="0" indent="0">
              <a:buNone/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Экологическая экспертиза выходит на предпроектную стадию | Экология - НАНГС">
            <a:extLst>
              <a:ext uri="{FF2B5EF4-FFF2-40B4-BE49-F238E27FC236}">
                <a16:creationId xmlns:a16="http://schemas.microsoft.com/office/drawing/2014/main" id="{EE1CD328-5D1E-4DF8-A0DC-5F17E9C1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579" y="3562892"/>
            <a:ext cx="5024085" cy="316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15ACA3-4E18-470A-9CD6-BA63F7B7A456}"/>
              </a:ext>
            </a:extLst>
          </p:cNvPr>
          <p:cNvSpPr txBox="1"/>
          <p:nvPr/>
        </p:nvSpPr>
        <p:spPr>
          <a:xfrm>
            <a:off x="0" y="35720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Экспертизы в области охраны окружающей среды.</a:t>
            </a:r>
          </a:p>
        </p:txBody>
      </p:sp>
    </p:spTree>
    <p:extLst>
      <p:ext uri="{BB962C8B-B14F-4D97-AF65-F5344CB8AC3E}">
        <p14:creationId xmlns:p14="http://schemas.microsoft.com/office/powerpoint/2010/main" val="189017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B621F-D129-4BEB-9D31-B423950A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988"/>
            <a:ext cx="10571998" cy="970450"/>
          </a:xfrm>
        </p:spPr>
        <p:txBody>
          <a:bodyPr/>
          <a:lstStyle/>
          <a:p>
            <a:r>
              <a:rPr lang="ru-RU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Разрешения компетентных органов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54F91B-5447-4F39-9A76-9DBBF8093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9709"/>
            <a:ext cx="12192000" cy="1988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0" i="0" dirty="0">
                <a:solidFill>
                  <a:srgbClr val="FFFFFF"/>
                </a:solidFill>
                <a:effectLst/>
              </a:rPr>
              <a:t>В ряде случаев предусматривается необходимость получения заключения научных организаций как одно из условий получения разрешений компетентных органов для осуществления отдельных видов хозяйственной деятельности.</a:t>
            </a:r>
            <a:endParaRPr lang="ru-RU" sz="2800" dirty="0"/>
          </a:p>
        </p:txBody>
      </p:sp>
      <p:pic>
        <p:nvPicPr>
          <p:cNvPr id="2050" name="Picture 2" descr="Государственная экспертиза сметной документации – это изучение и оценка  расчетов, содержащихся в сметной документации, в целях установления их  соответствия сметным нормативам.">
            <a:extLst>
              <a:ext uri="{FF2B5EF4-FFF2-40B4-BE49-F238E27FC236}">
                <a16:creationId xmlns:a16="http://schemas.microsoft.com/office/drawing/2014/main" id="{436243C1-83ED-48EF-890A-272DEE88A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95" y="4188178"/>
            <a:ext cx="6470609" cy="238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97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D935-B6C5-4826-8144-FBD002B6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467"/>
            <a:ext cx="11381998" cy="863735"/>
          </a:xfrm>
        </p:spPr>
        <p:txBody>
          <a:bodyPr/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+mn-lt"/>
              </a:rPr>
              <a:t>Научные органы и Международное право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6476CA-0725-49B1-B046-40D318F4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09398"/>
            <a:ext cx="12192000" cy="27222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0" i="0" dirty="0">
                <a:solidFill>
                  <a:srgbClr val="DCDDDE"/>
                </a:solidFill>
                <a:effectLst/>
              </a:rPr>
              <a:t>Правительством РФ определен Научный и административный орган Конвенции для обеспечения выполнения РФ обязательств по Конвенции о международной торговле видами дикой фауны и флоры, находящимися под угрозой исчезновения. Для разных видов флоры фауны существуют разные Научно-исследовательские работы.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87950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D42DD-5AC0-4ACC-861F-42ECC854D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11" y="221411"/>
            <a:ext cx="10571998" cy="970450"/>
          </a:xfrm>
        </p:spPr>
        <p:txBody>
          <a:bodyPr/>
          <a:lstStyle/>
          <a:p>
            <a:r>
              <a:rPr lang="ru-RU" dirty="0"/>
              <a:t>Финансирование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318BB2-8309-48D3-936E-14B6BDA87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0044"/>
            <a:ext cx="12192000" cy="1806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0" i="0" dirty="0">
                <a:solidFill>
                  <a:srgbClr val="DCDDDE"/>
                </a:solidFill>
                <a:effectLst/>
                <a:latin typeface="Whitney"/>
              </a:rPr>
              <a:t>Финансирование государственных природных заповедников осуществляется из средств федерального бюджета. За последние годы сложился порядок финансирования научно-исследовательских работ в области охраны окружающей среды.</a:t>
            </a:r>
            <a:endParaRPr lang="ru-RU" sz="2800" dirty="0"/>
          </a:p>
        </p:txBody>
      </p:sp>
      <p:pic>
        <p:nvPicPr>
          <p:cNvPr id="4110" name="Picture 14" descr="Денежное дерево - картинки нарисованные для детей.">
            <a:extLst>
              <a:ext uri="{FF2B5EF4-FFF2-40B4-BE49-F238E27FC236}">
                <a16:creationId xmlns:a16="http://schemas.microsoft.com/office/drawing/2014/main" id="{78BDFFA3-096D-4AFA-B20D-700232361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10" y="3694409"/>
            <a:ext cx="3182713" cy="302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290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40</TotalTime>
  <Words>133</Words>
  <Application>Microsoft Office PowerPoint</Application>
  <PresentationFormat>Широкоэкранный</PresentationFormat>
  <Paragraphs>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Roboto</vt:lpstr>
      <vt:lpstr>Whitney</vt:lpstr>
      <vt:lpstr>Wingdings 2</vt:lpstr>
      <vt:lpstr>Цитаты</vt:lpstr>
      <vt:lpstr>Проведение научно-исследовательских работ в области охраны окружающей среды</vt:lpstr>
      <vt:lpstr>Презентация PowerPoint</vt:lpstr>
      <vt:lpstr>Разрешения компетентных органов</vt:lpstr>
      <vt:lpstr>Научные органы и Международное право</vt:lpstr>
      <vt:lpstr>Финансирование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Проведение научно-исследовательских работ в области охраны окружающей среды</dc:title>
  <dc:creator>дмитрий андреев</dc:creator>
  <cp:lastModifiedBy>дмитрий андреев</cp:lastModifiedBy>
  <cp:revision>5</cp:revision>
  <dcterms:created xsi:type="dcterms:W3CDTF">2022-03-16T13:40:31Z</dcterms:created>
  <dcterms:modified xsi:type="dcterms:W3CDTF">2022-03-16T14:21:13Z</dcterms:modified>
</cp:coreProperties>
</file>