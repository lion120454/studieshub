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9" r:id="rId3"/>
    <p:sldId id="257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06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94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88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69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71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03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51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67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8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80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26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727FEA2-2C13-4E49-9A6D-9D45BBB91968}" type="datetimeFigureOut">
              <a:rPr lang="ru-RU" smtClean="0"/>
              <a:t>09.03.2022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452667B-0474-498A-9820-8DD9EF40F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51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04D33-2BE4-4E05-BFAD-33F6EE497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8464" y="1314387"/>
            <a:ext cx="7815072" cy="2387600"/>
          </a:xfrm>
        </p:spPr>
        <p:txBody>
          <a:bodyPr/>
          <a:lstStyle/>
          <a:p>
            <a:r>
              <a:rPr lang="ru-RU" dirty="0"/>
              <a:t>Авария на АЭС «Фукусима-1»</a:t>
            </a:r>
          </a:p>
        </p:txBody>
      </p:sp>
    </p:spTree>
    <p:extLst>
      <p:ext uri="{BB962C8B-B14F-4D97-AF65-F5344CB8AC3E}">
        <p14:creationId xmlns:p14="http://schemas.microsoft.com/office/powerpoint/2010/main" val="260541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E31AB3A-2E7B-417E-9790-8A2E96564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96" y="249936"/>
            <a:ext cx="11722608" cy="2054353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i="0" dirty="0">
                <a:effectLst/>
              </a:rPr>
              <a:t>Авария на </a:t>
            </a:r>
            <a:r>
              <a:rPr lang="ru-RU" sz="2400" b="1" u="sng" dirty="0"/>
              <a:t>АЭС Фукусима-1</a:t>
            </a:r>
            <a:r>
              <a:rPr lang="ru-RU" sz="2400" b="1" i="0" dirty="0">
                <a:effectLst/>
              </a:rPr>
              <a:t>— </a:t>
            </a:r>
            <a:r>
              <a:rPr lang="ru-RU" sz="2400" b="1" dirty="0"/>
              <a:t>радиационная авария</a:t>
            </a:r>
            <a:r>
              <a:rPr lang="en-US" sz="2400" b="1" dirty="0"/>
              <a:t>,</a:t>
            </a:r>
            <a:r>
              <a:rPr lang="ru-RU" sz="2400" b="1" i="0" dirty="0">
                <a:effectLst/>
              </a:rPr>
              <a:t> начавшаяся в пятницу 11 марта </a:t>
            </a:r>
            <a:r>
              <a:rPr lang="ru-RU" sz="2400" b="1" dirty="0"/>
              <a:t>2011 года</a:t>
            </a:r>
            <a:r>
              <a:rPr lang="ru-RU" sz="2400" b="1" i="0" dirty="0">
                <a:effectLst/>
              </a:rPr>
              <a:t> в результате </a:t>
            </a:r>
            <a:r>
              <a:rPr lang="ru-RU" sz="2400" b="1" dirty="0"/>
              <a:t>сильнейшего в истории Японии землетрясения</a:t>
            </a:r>
            <a:r>
              <a:rPr lang="ru-RU" sz="2400" b="1" i="0" dirty="0">
                <a:effectLst/>
              </a:rPr>
              <a:t> и последовавшего за ним </a:t>
            </a:r>
            <a:r>
              <a:rPr lang="ru-RU" sz="2400" b="1" dirty="0"/>
              <a:t>цунами</a:t>
            </a:r>
            <a:r>
              <a:rPr lang="ru-RU" sz="2400" b="1" i="0" dirty="0">
                <a:effectLst/>
              </a:rPr>
              <a:t>.</a:t>
            </a:r>
          </a:p>
          <a:p>
            <a:pPr marL="45720" indent="0">
              <a:buNone/>
            </a:pPr>
            <a:r>
              <a:rPr lang="ru-R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окружающую среду попали в основном летучие радиоактивные элементы, такие как изотопы йода и цезия.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ru-RU" sz="1800" b="1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Ответственность за аварию на АЭС Фукусима возложена на государство и TEPCO  — EADaily, 10 октября 2017 — Новости Энергетики, Новости Азии">
            <a:extLst>
              <a:ext uri="{FF2B5EF4-FFF2-40B4-BE49-F238E27FC236}">
                <a16:creationId xmlns:a16="http://schemas.microsoft.com/office/drawing/2014/main" id="{AD66EFD5-4747-4DD9-AF15-9EF805262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755" y="2304289"/>
            <a:ext cx="6810490" cy="418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04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52209-AAD4-4CAC-A35D-7CA24F1A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381000"/>
            <a:ext cx="11759184" cy="89001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ru-RU" b="1" i="0" dirty="0">
                <a:effectLst/>
              </a:rPr>
              <a:t>Расследование и основные причины </a:t>
            </a:r>
          </a:p>
        </p:txBody>
      </p:sp>
      <p:pic>
        <p:nvPicPr>
          <p:cNvPr id="2050" name="Picture 2" descr="Статьи по тегу: Землетрясение и авария на АЭС Фукусима-1 - astv.ru">
            <a:extLst>
              <a:ext uri="{FF2B5EF4-FFF2-40B4-BE49-F238E27FC236}">
                <a16:creationId xmlns:a16="http://schemas.microsoft.com/office/drawing/2014/main" id="{0041B3DC-0496-4B1A-936B-2C1CFC534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106" y="1271016"/>
            <a:ext cx="8197596" cy="506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29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D6052-1E39-4897-98B3-52160EE0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43840"/>
            <a:ext cx="11722608" cy="734568"/>
          </a:xfrm>
        </p:spPr>
        <p:txBody>
          <a:bodyPr>
            <a:normAutofit/>
          </a:bodyPr>
          <a:lstStyle/>
          <a:p>
            <a:pPr algn="ctr"/>
            <a:r>
              <a:rPr lang="ru-RU" b="1" i="0" dirty="0">
                <a:effectLst/>
              </a:rPr>
              <a:t>Готовность АЭС к обесточиванию</a:t>
            </a:r>
            <a:endParaRPr lang="ru-RU" b="1" dirty="0"/>
          </a:p>
        </p:txBody>
      </p:sp>
      <p:pic>
        <p:nvPicPr>
          <p:cNvPr id="3074" name="Picture 2" descr="После аварии на АЭС «Фукусима-1» атомная энергетика Японии остановилась |  ИА Красная Весна">
            <a:extLst>
              <a:ext uri="{FF2B5EF4-FFF2-40B4-BE49-F238E27FC236}">
                <a16:creationId xmlns:a16="http://schemas.microsoft.com/office/drawing/2014/main" id="{F869C3D5-C74F-42CD-976F-6BC87A76D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256" y="1078039"/>
            <a:ext cx="8359902" cy="514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25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2" name="Picture 32" descr="В Японии начат суд по делу об аварии на АЭС»Фукусима»">
            <a:extLst>
              <a:ext uri="{FF2B5EF4-FFF2-40B4-BE49-F238E27FC236}">
                <a16:creationId xmlns:a16="http://schemas.microsoft.com/office/drawing/2014/main" id="{5A4646F2-75CC-4E0D-A59D-2F00415BC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" y="-22860"/>
            <a:ext cx="12176760" cy="688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45EF9-38C5-48D1-B1F5-B07ABA0A6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6888"/>
            <a:ext cx="11722608" cy="74980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Последствия</a:t>
            </a:r>
          </a:p>
        </p:txBody>
      </p:sp>
      <p:pic>
        <p:nvPicPr>
          <p:cNvPr id="5132" name="Picture 12" descr="AliExpress - интернет-магазин электроники,модных новинок, товаров для дома  и сада, игрушек, товаров для спорта,автотоваров и многого другого |  АлиЭкспресс">
            <a:extLst>
              <a:ext uri="{FF2B5EF4-FFF2-40B4-BE49-F238E27FC236}">
                <a16:creationId xmlns:a16="http://schemas.microsoft.com/office/drawing/2014/main" id="{032E62DB-FB5A-45B1-80D3-720E3D2A0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29" t="8894" r="8894" b="8243"/>
          <a:stretch/>
        </p:blipFill>
        <p:spPr bwMode="auto">
          <a:xfrm>
            <a:off x="8076065" y="4462272"/>
            <a:ext cx="372989" cy="38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47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34B1A6-03D0-4C79-8775-EFB28D7B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448056"/>
            <a:ext cx="11740896" cy="630936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Восстановление загрязнённых территорий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E5FE7B-22B4-405A-808F-C46CB362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" y="1554480"/>
            <a:ext cx="11740896" cy="1444752"/>
          </a:xfrm>
        </p:spPr>
        <p:txBody>
          <a:bodyPr/>
          <a:lstStyle/>
          <a:p>
            <a:pPr marL="45720" indent="0">
              <a:buNone/>
            </a:pPr>
            <a:r>
              <a:rPr lang="ru-RU" b="1" i="0" dirty="0">
                <a:effectLst/>
                <a:latin typeface="Arial" panose="020B0604020202020204" pitchFamily="34" charset="0"/>
              </a:rPr>
              <a:t>Старт началам работ по дезактивации был положен в декабре 2011 Поверхности зданий и дорог очищались от загрязнений традиционными методами: водой под давлением и чисткой. Дезактивация почвы заключалась в удалении её верхнего слоя и последующей засыпки «чистой» землёй.</a:t>
            </a:r>
            <a:endParaRPr lang="ru-RU" b="1" dirty="0"/>
          </a:p>
        </p:txBody>
      </p:sp>
      <p:pic>
        <p:nvPicPr>
          <p:cNvPr id="4098" name="Picture 2" descr="Последствия аварии на АЭС Фукусима-1 не успевают ликвидировать к сроку | ИА  Красная Весна">
            <a:extLst>
              <a:ext uri="{FF2B5EF4-FFF2-40B4-BE49-F238E27FC236}">
                <a16:creationId xmlns:a16="http://schemas.microsoft.com/office/drawing/2014/main" id="{987FEF23-84A6-4CC7-90A8-014C26E52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727" y="3020484"/>
            <a:ext cx="6041090" cy="338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873227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68</TotalTime>
  <Words>105</Words>
  <Application>Microsoft Office PowerPoint</Application>
  <PresentationFormat>Широкоэкранный</PresentationFormat>
  <Paragraphs>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Corbel</vt:lpstr>
      <vt:lpstr>Times New Roman</vt:lpstr>
      <vt:lpstr>Базис</vt:lpstr>
      <vt:lpstr>Авария на АЭС «Фукусима-1»</vt:lpstr>
      <vt:lpstr>Презентация PowerPoint</vt:lpstr>
      <vt:lpstr>Расследование и основные причины </vt:lpstr>
      <vt:lpstr>Готовность АЭС к обесточиванию</vt:lpstr>
      <vt:lpstr>Последствия</vt:lpstr>
      <vt:lpstr>Восстановление загрязнённых территорий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Авария на АЭС «Фукусима-1»</dc:title>
  <dc:creator>дмитрий андреев</dc:creator>
  <cp:lastModifiedBy>дмитрий андреев</cp:lastModifiedBy>
  <cp:revision>7</cp:revision>
  <dcterms:created xsi:type="dcterms:W3CDTF">2022-03-09T13:04:18Z</dcterms:created>
  <dcterms:modified xsi:type="dcterms:W3CDTF">2022-03-09T14:12:58Z</dcterms:modified>
</cp:coreProperties>
</file>