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99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86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2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85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54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19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61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84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26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1794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314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9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548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446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27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E288D6C-341B-4BC8-A2FB-AC10EADC20C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1EAA33-494D-4172-8557-404020C68B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543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ECF2C-4D60-ABCF-3B21-FDB77C17D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Практическое занятие №</a:t>
            </a:r>
            <a:r>
              <a:rPr lang="en-US" dirty="0"/>
              <a:t>0</a:t>
            </a:r>
            <a:r>
              <a:rPr lang="ru-RU" dirty="0"/>
              <a:t>. Представление себя (перед IT-командой)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9BC424-3A17-14B3-4B3D-6E804FA56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3818" y="5368833"/>
            <a:ext cx="6400800" cy="1441269"/>
          </a:xfrm>
        </p:spPr>
        <p:txBody>
          <a:bodyPr/>
          <a:lstStyle/>
          <a:p>
            <a:pPr algn="r"/>
            <a:r>
              <a:rPr lang="en-US" dirty="0"/>
              <a:t> </a:t>
            </a:r>
            <a:r>
              <a:rPr lang="ru-RU" b="1" dirty="0">
                <a:solidFill>
                  <a:schemeClr val="tx1"/>
                </a:solidFill>
              </a:rPr>
              <a:t>Андреев Дмитрий Павлович</a:t>
            </a: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Студент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ru-RU" b="1" dirty="0">
                <a:solidFill>
                  <a:schemeClr val="tx1"/>
                </a:solidFill>
              </a:rPr>
              <a:t> гр.435-М1</a:t>
            </a: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dima.andreew2015@yandex.ru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551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995F2-ECFE-7433-9C25-FF3552CA2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86" y="1750423"/>
            <a:ext cx="8534400" cy="214230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2010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2021 гг.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Школа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2025 </a:t>
            </a:r>
            <a:r>
              <a:rPr lang="ru-RU" dirty="0" err="1">
                <a:solidFill>
                  <a:schemeClr val="tx1"/>
                </a:solidFill>
              </a:rPr>
              <a:t>гг</a:t>
            </a:r>
            <a:r>
              <a:rPr lang="en-US" dirty="0">
                <a:solidFill>
                  <a:schemeClr val="tx1"/>
                </a:solidFill>
              </a:rPr>
              <a:t>., </a:t>
            </a:r>
            <a:r>
              <a:rPr lang="ru-RU" dirty="0">
                <a:solidFill>
                  <a:schemeClr val="tx1"/>
                </a:solidFill>
              </a:rPr>
              <a:t>ТУСУР(бакалавриат)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2025г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н.в</a:t>
            </a:r>
            <a:r>
              <a:rPr lang="ru-RU" dirty="0">
                <a:solidFill>
                  <a:schemeClr val="tx1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ТУСУР(магистратура)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2853969-3B09-25CE-EE96-1948F121E496}"/>
              </a:ext>
            </a:extLst>
          </p:cNvPr>
          <p:cNvSpPr txBox="1">
            <a:spLocks/>
          </p:cNvSpPr>
          <p:nvPr/>
        </p:nvSpPr>
        <p:spPr>
          <a:xfrm>
            <a:off x="353286" y="1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ru-RU" sz="4300" cap="all" dirty="0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Образование</a:t>
            </a:r>
          </a:p>
        </p:txBody>
      </p:sp>
    </p:spTree>
    <p:extLst>
      <p:ext uri="{BB962C8B-B14F-4D97-AF65-F5344CB8AC3E}">
        <p14:creationId xmlns:p14="http://schemas.microsoft.com/office/powerpoint/2010/main" val="83446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72D64-B391-F06E-1823-D435D40C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20" y="52492"/>
            <a:ext cx="8534400" cy="1507067"/>
          </a:xfrm>
        </p:spPr>
        <p:txBody>
          <a:bodyPr/>
          <a:lstStyle/>
          <a:p>
            <a:r>
              <a:rPr lang="ru-RU" dirty="0"/>
              <a:t>Повышение квалификации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EF2FCE-FC8C-38B2-6137-E180CF563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984" y="1273629"/>
            <a:ext cx="8534400" cy="44413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2024г—ТУСУР(РАЗРАБОТЧИК WEB И МУЛЬТИМЕДИЙНЫХ ПРИЛОЖЕНИЙ)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2024г—ТУСУР(СИСТЕМНОЕ АДМИНИСТРИРОВАНИЕ)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2025г—ТУСУР(РАЗРАБОТКА И РЕАЛИЗАЦИЯ ИНЖЕНЕРНЫХ РЕШЕНИЙ В СФЕРЕ ГЕОИНФОРМАЦИОННЫХ СИСТЕМ: ТЕХНОЛОГИИ ДИСТАНЦИОННОГО ЗОНДИРОВАНИЯ ДЛЯ БАС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2026г—ОГПУ(ПРИКЛАДНЫЕ АСПЕКТЫ ПРЕПОДАВАНИЯ УЧЕБНОГО ПРЕДМЕТА ИНФОРМАТИКА)</a:t>
            </a:r>
          </a:p>
        </p:txBody>
      </p:sp>
    </p:spTree>
    <p:extLst>
      <p:ext uri="{BB962C8B-B14F-4D97-AF65-F5344CB8AC3E}">
        <p14:creationId xmlns:p14="http://schemas.microsoft.com/office/powerpoint/2010/main" val="56016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F4E1F-BD8B-D93E-6349-BE5DA312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771" y="0"/>
            <a:ext cx="9047617" cy="1507067"/>
          </a:xfrm>
        </p:spPr>
        <p:txBody>
          <a:bodyPr/>
          <a:lstStyle/>
          <a:p>
            <a:r>
              <a:rPr lang="ru-RU" dirty="0"/>
              <a:t>Опыт работы (пока учился в вузе)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4EBCB-136C-90B4-A251-DF24080BB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48" y="1345476"/>
            <a:ext cx="8534400" cy="318080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Июль 2023 — Сентябрь 2025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000 «БРИО»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Курьер и управляющий</a:t>
            </a:r>
          </a:p>
          <a:p>
            <a:pPr marL="0" indent="0">
              <a:lnSpc>
                <a:spcPct val="150000"/>
              </a:lnSpc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Декабрь 2025 — по настоящее время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МАОУ СОШ№64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Учитель информатики и системный администратор</a:t>
            </a:r>
          </a:p>
        </p:txBody>
      </p:sp>
    </p:spTree>
    <p:extLst>
      <p:ext uri="{BB962C8B-B14F-4D97-AF65-F5344CB8AC3E}">
        <p14:creationId xmlns:p14="http://schemas.microsoft.com/office/powerpoint/2010/main" val="427700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14CBC-88E3-2DCD-226B-DE998CE0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/>
          <a:lstStyle/>
          <a:p>
            <a:r>
              <a:rPr lang="ru-RU" dirty="0"/>
              <a:t>Спорт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EA0FB5-7FA2-224D-07F0-523E3639B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06" y="1443446"/>
            <a:ext cx="8534400" cy="114953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 2019 по настоящее время занимаюсь баскетболом</a:t>
            </a:r>
          </a:p>
        </p:txBody>
      </p:sp>
    </p:spTree>
    <p:extLst>
      <p:ext uri="{BB962C8B-B14F-4D97-AF65-F5344CB8AC3E}">
        <p14:creationId xmlns:p14="http://schemas.microsoft.com/office/powerpoint/2010/main" val="114352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5C816-40D2-1097-AD8C-956EC8A5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92" y="0"/>
            <a:ext cx="8534400" cy="1507067"/>
          </a:xfrm>
        </p:spPr>
        <p:txBody>
          <a:bodyPr/>
          <a:lstStyle/>
          <a:p>
            <a:r>
              <a:rPr lang="ru-RU" dirty="0"/>
              <a:t>Личные качества и хобби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84660-06EE-B768-9082-E43FCAE8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54" y="2279468"/>
            <a:ext cx="9158651" cy="3615267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Обладаю организаторскими способностями.</a:t>
            </a:r>
          </a:p>
          <a:p>
            <a:r>
              <a:rPr lang="ru-RU" dirty="0">
                <a:solidFill>
                  <a:schemeClr val="tx1"/>
                </a:solidFill>
              </a:rPr>
              <a:t>Коммуникабельный.</a:t>
            </a:r>
          </a:p>
          <a:p>
            <a:r>
              <a:rPr lang="ru-RU" dirty="0">
                <a:solidFill>
                  <a:schemeClr val="tx1"/>
                </a:solidFill>
              </a:rPr>
              <a:t>Ответственный.</a:t>
            </a:r>
          </a:p>
          <a:p>
            <a:r>
              <a:rPr lang="ru-RU" dirty="0">
                <a:solidFill>
                  <a:schemeClr val="tx1"/>
                </a:solidFill>
              </a:rPr>
              <a:t>Умею видеть цель и способы ее достижения. </a:t>
            </a:r>
          </a:p>
          <a:p>
            <a:r>
              <a:rPr lang="ru-RU" dirty="0">
                <a:solidFill>
                  <a:schemeClr val="tx1"/>
                </a:solidFill>
              </a:rPr>
              <a:t>Хобби – Авто и мототехника.</a:t>
            </a:r>
          </a:p>
        </p:txBody>
      </p:sp>
    </p:spTree>
    <p:extLst>
      <p:ext uri="{BB962C8B-B14F-4D97-AF65-F5344CB8AC3E}">
        <p14:creationId xmlns:p14="http://schemas.microsoft.com/office/powerpoint/2010/main" val="368724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DE054-0140-D861-725D-B43691BE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854" y="2292772"/>
            <a:ext cx="6278292" cy="1507067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04492226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TM02900771[[fn=Сектор]]</Template>
  <TotalTime>49</TotalTime>
  <Words>178</Words>
  <Application>Microsoft Office PowerPoint</Application>
  <PresentationFormat>Широкоэкранный</PresentationFormat>
  <Paragraphs>28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Сектор</vt:lpstr>
      <vt:lpstr>Практическое занятие №0. Представление себя (перед IT-командой)</vt:lpstr>
      <vt:lpstr>Презентация PowerPoint</vt:lpstr>
      <vt:lpstr>Повышение квалификации</vt:lpstr>
      <vt:lpstr>Опыт работы (пока учился в вузе)</vt:lpstr>
      <vt:lpstr>Спорт</vt:lpstr>
      <vt:lpstr>Личные качества и хобби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№0. Представление себя (перед IT-командой)</dc:title>
  <dc:creator>Dmitriy Andreev</dc:creator>
  <cp:lastModifiedBy>Lion120454#2</cp:lastModifiedBy>
  <cp:revision>2</cp:revision>
  <dcterms:created xsi:type="dcterms:W3CDTF">2026-09-21T11:36:19Z</dcterms:created>
  <dcterms:modified xsi:type="dcterms:W3CDTF">2026-09-22T10:02:50Z</dcterms:modified>
</cp:coreProperties>
</file>