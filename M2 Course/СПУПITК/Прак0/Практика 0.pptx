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64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299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8998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86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120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685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254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1196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9613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15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842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5726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917940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63141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39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5483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94462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276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E288D6C-341B-4BC8-A2FB-AC10EADC20CC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A51EAA33-494D-4172-8557-404020C68B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5432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ECF2C-4D60-ABCF-3B21-FDB77C17D9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Практическое занятие №</a:t>
            </a:r>
            <a:r>
              <a:rPr lang="en-US" dirty="0"/>
              <a:t>0</a:t>
            </a:r>
            <a:r>
              <a:rPr lang="ru-RU" dirty="0"/>
              <a:t>. Представление себя (перед IT-командой)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9BC424-3A17-14B3-4B3D-6E804FA56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93818" y="5368833"/>
            <a:ext cx="6400800" cy="1441269"/>
          </a:xfrm>
        </p:spPr>
        <p:txBody>
          <a:bodyPr/>
          <a:lstStyle/>
          <a:p>
            <a:pPr algn="r"/>
            <a:r>
              <a:rPr lang="en-US" dirty="0"/>
              <a:t> </a:t>
            </a:r>
            <a:r>
              <a:rPr lang="ru-RU" b="1" dirty="0">
                <a:solidFill>
                  <a:schemeClr val="tx1"/>
                </a:solidFill>
              </a:rPr>
              <a:t>Андреев Дмитрий Павлович</a:t>
            </a:r>
          </a:p>
          <a:p>
            <a:pPr algn="r"/>
            <a:r>
              <a:rPr lang="ru-RU" b="1" dirty="0">
                <a:solidFill>
                  <a:schemeClr val="tx1"/>
                </a:solidFill>
              </a:rPr>
              <a:t>Студент</a:t>
            </a:r>
            <a:r>
              <a:rPr lang="en-US" b="1" dirty="0">
                <a:solidFill>
                  <a:schemeClr val="tx1"/>
                </a:solidFill>
              </a:rPr>
              <a:t>:</a:t>
            </a:r>
            <a:r>
              <a:rPr lang="ru-RU" b="1" dirty="0">
                <a:solidFill>
                  <a:schemeClr val="tx1"/>
                </a:solidFill>
              </a:rPr>
              <a:t> гр.435-М1</a:t>
            </a:r>
          </a:p>
          <a:p>
            <a:pPr algn="r"/>
            <a:r>
              <a:rPr lang="en-US" b="1" dirty="0">
                <a:solidFill>
                  <a:schemeClr val="tx1"/>
                </a:solidFill>
              </a:rPr>
              <a:t>dima.andreew2015@yandex.ru</a:t>
            </a:r>
            <a:endParaRPr lang="ru-RU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3551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DD995F2-ECFE-7433-9C25-FF3552CA2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286" y="1750423"/>
            <a:ext cx="8534400" cy="214230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2010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—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2021 гг.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ru-RU" dirty="0">
                <a:solidFill>
                  <a:schemeClr val="tx1"/>
                </a:solidFill>
              </a:rPr>
              <a:t> Школа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2021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—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2025 </a:t>
            </a:r>
            <a:r>
              <a:rPr lang="ru-RU" dirty="0" err="1">
                <a:solidFill>
                  <a:schemeClr val="tx1"/>
                </a:solidFill>
              </a:rPr>
              <a:t>гг</a:t>
            </a:r>
            <a:r>
              <a:rPr lang="en-US" dirty="0">
                <a:solidFill>
                  <a:schemeClr val="tx1"/>
                </a:solidFill>
              </a:rPr>
              <a:t>., </a:t>
            </a:r>
            <a:r>
              <a:rPr lang="ru-RU" dirty="0">
                <a:solidFill>
                  <a:schemeClr val="tx1"/>
                </a:solidFill>
              </a:rPr>
              <a:t>ТУСУР(бакалавриат)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2025г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—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 err="1">
                <a:solidFill>
                  <a:schemeClr val="tx1"/>
                </a:solidFill>
              </a:rPr>
              <a:t>н.в</a:t>
            </a:r>
            <a:r>
              <a:rPr lang="ru-RU" dirty="0">
                <a:solidFill>
                  <a:schemeClr val="tx1"/>
                </a:solidFill>
              </a:rPr>
              <a:t>.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ТУСУР(магистратура)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F2853969-3B09-25CE-EE96-1948F121E496}"/>
              </a:ext>
            </a:extLst>
          </p:cNvPr>
          <p:cNvSpPr txBox="1">
            <a:spLocks/>
          </p:cNvSpPr>
          <p:nvPr/>
        </p:nvSpPr>
        <p:spPr>
          <a:xfrm>
            <a:off x="353286" y="1"/>
            <a:ext cx="8534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panose="05040102010807070707" pitchFamily="18" charset="2"/>
              <a:buNone/>
            </a:pPr>
            <a:r>
              <a:rPr lang="ru-RU" sz="4300" cap="all" dirty="0">
                <a:ln w="3175" cmpd="sng">
                  <a:noFill/>
                </a:ln>
                <a:solidFill>
                  <a:schemeClr val="tx1"/>
                </a:solidFill>
                <a:latin typeface="+mj-lt"/>
                <a:ea typeface="+mj-ea"/>
                <a:cs typeface="+mj-cs"/>
              </a:rPr>
              <a:t>Образование</a:t>
            </a:r>
          </a:p>
        </p:txBody>
      </p:sp>
    </p:spTree>
    <p:extLst>
      <p:ext uri="{BB962C8B-B14F-4D97-AF65-F5344CB8AC3E}">
        <p14:creationId xmlns:p14="http://schemas.microsoft.com/office/powerpoint/2010/main" val="8344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B72D64-B391-F06E-1823-D435D40C8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20" y="52492"/>
            <a:ext cx="8534400" cy="1507067"/>
          </a:xfrm>
        </p:spPr>
        <p:txBody>
          <a:bodyPr/>
          <a:lstStyle/>
          <a:p>
            <a:r>
              <a:rPr lang="ru-RU" dirty="0"/>
              <a:t>Повышение квалификации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EF2FCE-FC8C-38B2-6137-E180CF563C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984" y="1273629"/>
            <a:ext cx="8534400" cy="444137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2024г—ТУСУР(РАЗРАБОТЧИК WEB И МУЛЬТИМЕДИЙНЫХ ПРИЛОЖЕНИЙ)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2024г—ТУСУР(СИСТЕМНОЕ АДМИНИСТРИРОВАНИЕ)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2025г—ТУСУР(РАЗРАБОТКА И РЕАЛИЗАЦИЯ ИНЖЕНЕРНЫХ РЕШЕНИЙ В СФЕРЕ ГЕОИНФОРМАЦИОННЫХ СИСТЕМ: ТЕХНОЛОГИИ ДИСТАНЦИОННОГО ЗОНДИРОВАНИЯ ДЛЯ БАС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2026г—ОГПУ(ПРИКЛАДНЫЕ АСПЕКТЫ ПРЕПОДАВАНИЯ УЧЕБНОГО ПРЕДМЕТА ИНФОРМАТИКА)</a:t>
            </a:r>
          </a:p>
        </p:txBody>
      </p:sp>
    </p:spTree>
    <p:extLst>
      <p:ext uri="{BB962C8B-B14F-4D97-AF65-F5344CB8AC3E}">
        <p14:creationId xmlns:p14="http://schemas.microsoft.com/office/powerpoint/2010/main" val="560161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6F4E1F-BD8B-D93E-6349-BE5DA312C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771" y="0"/>
            <a:ext cx="9047617" cy="1507067"/>
          </a:xfrm>
        </p:spPr>
        <p:txBody>
          <a:bodyPr/>
          <a:lstStyle/>
          <a:p>
            <a:r>
              <a:rPr lang="ru-RU" dirty="0"/>
              <a:t>Опыт работы (пока учился в вузе)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54EBCB-136C-90B4-A251-DF24080BB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548" y="1345476"/>
            <a:ext cx="8534400" cy="3180804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Июль 2023 — Сентябрь 2025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000 «БРИО»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ru-RU" dirty="0">
                <a:solidFill>
                  <a:schemeClr val="tx1"/>
                </a:solidFill>
              </a:rPr>
              <a:t> Курьер и управляющий</a:t>
            </a:r>
          </a:p>
          <a:p>
            <a:pPr marL="0" indent="0">
              <a:lnSpc>
                <a:spcPct val="150000"/>
              </a:lnSpc>
              <a:buNone/>
            </a:pPr>
            <a:endParaRPr lang="ru-RU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Декабрь 2025 — по настоящее время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МАОУ СОШ№64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ru-RU" dirty="0">
                <a:solidFill>
                  <a:schemeClr val="tx1"/>
                </a:solidFill>
              </a:rPr>
              <a:t> Учитель информатики и системный администратор</a:t>
            </a:r>
          </a:p>
        </p:txBody>
      </p:sp>
    </p:spTree>
    <p:extLst>
      <p:ext uri="{BB962C8B-B14F-4D97-AF65-F5344CB8AC3E}">
        <p14:creationId xmlns:p14="http://schemas.microsoft.com/office/powerpoint/2010/main" val="4277000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F14CBC-88E3-2DCD-226B-DE998CE06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0"/>
            <a:ext cx="8534400" cy="1507067"/>
          </a:xfrm>
        </p:spPr>
        <p:txBody>
          <a:bodyPr/>
          <a:lstStyle/>
          <a:p>
            <a:r>
              <a:rPr lang="ru-RU" dirty="0"/>
              <a:t>Спорт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EA0FB5-7FA2-224D-07F0-523E3639B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206" y="1443446"/>
            <a:ext cx="8534400" cy="1149531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С 2019 по настоящее время занимаюсь баскетболом</a:t>
            </a:r>
          </a:p>
        </p:txBody>
      </p:sp>
    </p:spTree>
    <p:extLst>
      <p:ext uri="{BB962C8B-B14F-4D97-AF65-F5344CB8AC3E}">
        <p14:creationId xmlns:p14="http://schemas.microsoft.com/office/powerpoint/2010/main" val="114352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5C816-40D2-1097-AD8C-956EC8A53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92" y="0"/>
            <a:ext cx="8534400" cy="1507067"/>
          </a:xfrm>
        </p:spPr>
        <p:txBody>
          <a:bodyPr/>
          <a:lstStyle/>
          <a:p>
            <a:r>
              <a:rPr lang="ru-RU" dirty="0"/>
              <a:t>Личные качества и хобби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F84660-06EE-B768-9082-E43FCAE83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154" y="2279468"/>
            <a:ext cx="9158651" cy="3615267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Обладаю организаторскими способностями.</a:t>
            </a:r>
          </a:p>
          <a:p>
            <a:r>
              <a:rPr lang="ru-RU" dirty="0">
                <a:solidFill>
                  <a:schemeClr val="tx1"/>
                </a:solidFill>
              </a:rPr>
              <a:t>Коммуникабельный.</a:t>
            </a:r>
          </a:p>
          <a:p>
            <a:r>
              <a:rPr lang="ru-RU" dirty="0">
                <a:solidFill>
                  <a:schemeClr val="tx1"/>
                </a:solidFill>
              </a:rPr>
              <a:t>Ответственный.</a:t>
            </a:r>
          </a:p>
          <a:p>
            <a:r>
              <a:rPr lang="ru-RU" dirty="0">
                <a:solidFill>
                  <a:schemeClr val="tx1"/>
                </a:solidFill>
              </a:rPr>
              <a:t>Умею видеть цель и способы ее достижения. </a:t>
            </a:r>
          </a:p>
          <a:p>
            <a:r>
              <a:rPr lang="ru-RU" dirty="0">
                <a:solidFill>
                  <a:schemeClr val="tx1"/>
                </a:solidFill>
              </a:rPr>
              <a:t>Хобби – Авто и мототехника.</a:t>
            </a:r>
          </a:p>
        </p:txBody>
      </p:sp>
    </p:spTree>
    <p:extLst>
      <p:ext uri="{BB962C8B-B14F-4D97-AF65-F5344CB8AC3E}">
        <p14:creationId xmlns:p14="http://schemas.microsoft.com/office/powerpoint/2010/main" val="3687245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CDE054-0140-D861-725D-B43691BE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6854" y="2292772"/>
            <a:ext cx="6278292" cy="1507067"/>
          </a:xfrm>
        </p:spPr>
        <p:txBody>
          <a:bodyPr/>
          <a:lstStyle/>
          <a:p>
            <a:pPr algn="ctr"/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04492226"/>
      </p:ext>
    </p:extLst>
  </p:cSld>
  <p:clrMapOvr>
    <a:masterClrMapping/>
  </p:clrMapOvr>
</p:sld>
</file>

<file path=ppt/theme/theme1.xml><?xml version="1.0" encoding="utf-8"?>
<a:theme xmlns:a="http://schemas.openxmlformats.org/drawingml/2006/main" name="Сектор">
  <a:themeElements>
    <a:clrScheme name="Сектор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Сектор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TM02900771[[fn=Сектор]]</Template>
  <TotalTime>39</TotalTime>
  <Words>178</Words>
  <Application>Microsoft Office PowerPoint</Application>
  <PresentationFormat>Широкоэкранный</PresentationFormat>
  <Paragraphs>28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Century Gothic</vt:lpstr>
      <vt:lpstr>Wingdings 3</vt:lpstr>
      <vt:lpstr>Сектор</vt:lpstr>
      <vt:lpstr>Практическое занятие №0. Представление себя (перед IT-командой)</vt:lpstr>
      <vt:lpstr>Презентация PowerPoint</vt:lpstr>
      <vt:lpstr>Повышение квалификации</vt:lpstr>
      <vt:lpstr>Опыт работы (пока учился в вузе)</vt:lpstr>
      <vt:lpstr>Спорт</vt:lpstr>
      <vt:lpstr>Личные качества и хобби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Dmitriy Andreev</dc:creator>
  <cp:lastModifiedBy>Dmitriy Andreev</cp:lastModifiedBy>
  <cp:revision>2</cp:revision>
  <dcterms:created xsi:type="dcterms:W3CDTF">2026-09-21T11:36:19Z</dcterms:created>
  <dcterms:modified xsi:type="dcterms:W3CDTF">2026-09-21T12:15:54Z</dcterms:modified>
</cp:coreProperties>
</file>